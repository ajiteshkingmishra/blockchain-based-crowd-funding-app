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sldIdLst>
    <p:sldId id="256" r:id="rId2"/>
    <p:sldId id="257" r:id="rId3"/>
    <p:sldId id="269" r:id="rId4"/>
    <p:sldId id="271" r:id="rId5"/>
    <p:sldId id="270" r:id="rId6"/>
    <p:sldId id="258" r:id="rId7"/>
    <p:sldId id="259" r:id="rId8"/>
    <p:sldId id="261" r:id="rId9"/>
    <p:sldId id="260" r:id="rId10"/>
    <p:sldId id="262" r:id="rId11"/>
    <p:sldId id="263" r:id="rId12"/>
    <p:sldId id="264" r:id="rId13"/>
    <p:sldId id="265" r:id="rId14"/>
    <p:sldId id="266" r:id="rId15"/>
    <p:sldId id="268"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C352DE-B4C8-4230-869C-2EB9CE1BF65C}" v="93" dt="2024-06-13T17:17:31.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1" d="100"/>
          <a:sy n="51" d="100"/>
        </p:scale>
        <p:origin x="88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itesh Mishra" userId="680f7eb49bd3aaab" providerId="LiveId" clId="{82C352DE-B4C8-4230-869C-2EB9CE1BF65C}"/>
    <pc:docChg chg="custSel modSld">
      <pc:chgData name="Ajitesh Mishra" userId="680f7eb49bd3aaab" providerId="LiveId" clId="{82C352DE-B4C8-4230-869C-2EB9CE1BF65C}" dt="2024-06-13T17:17:31.745" v="97" actId="27636"/>
      <pc:docMkLst>
        <pc:docMk/>
      </pc:docMkLst>
      <pc:sldChg chg="modSp mod modAnim">
        <pc:chgData name="Ajitesh Mishra" userId="680f7eb49bd3aaab" providerId="LiveId" clId="{82C352DE-B4C8-4230-869C-2EB9CE1BF65C}" dt="2024-06-13T17:17:31.745" v="97" actId="27636"/>
        <pc:sldMkLst>
          <pc:docMk/>
          <pc:sldMk cId="2536409540" sldId="256"/>
        </pc:sldMkLst>
        <pc:spChg chg="mod">
          <ac:chgData name="Ajitesh Mishra" userId="680f7eb49bd3aaab" providerId="LiveId" clId="{82C352DE-B4C8-4230-869C-2EB9CE1BF65C}" dt="2024-06-13T17:17:31.745" v="97" actId="27636"/>
          <ac:spMkLst>
            <pc:docMk/>
            <pc:sldMk cId="2536409540" sldId="256"/>
            <ac:spMk id="5" creationId="{2A838C6D-D4FA-A001-9CD1-69B5DAE5F23A}"/>
          </ac:spMkLst>
        </pc:spChg>
        <pc:picChg chg="mod">
          <ac:chgData name="Ajitesh Mishra" userId="680f7eb49bd3aaab" providerId="LiveId" clId="{82C352DE-B4C8-4230-869C-2EB9CE1BF65C}" dt="2024-06-13T17:16:59.247" v="75" actId="1076"/>
          <ac:picMkLst>
            <pc:docMk/>
            <pc:sldMk cId="2536409540" sldId="256"/>
            <ac:picMk id="2" creationId="{1BA9A405-06C3-B3BE-752E-9B16DBB45F98}"/>
          </ac:picMkLst>
        </pc:pic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17E743-28C5-4A0C-AFFA-495D60F17855}"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D34517F5-6BAE-494D-9678-5B8E9F691D39}">
      <dgm:prSet/>
      <dgm:spPr/>
      <dgm:t>
        <a:bodyPr/>
        <a:lstStyle/>
        <a:p>
          <a:r>
            <a:rPr lang="en-IN"/>
            <a:t>Blockchain</a:t>
          </a:r>
          <a:endParaRPr lang="en-US"/>
        </a:p>
      </dgm:t>
    </dgm:pt>
    <dgm:pt modelId="{6D0F5D2F-231C-4DD3-9391-D8B4476C1249}" type="parTrans" cxnId="{D4FD7CD9-23B6-4342-BEDA-9A88F0D78143}">
      <dgm:prSet/>
      <dgm:spPr/>
      <dgm:t>
        <a:bodyPr/>
        <a:lstStyle/>
        <a:p>
          <a:endParaRPr lang="en-US"/>
        </a:p>
      </dgm:t>
    </dgm:pt>
    <dgm:pt modelId="{B45E97FC-0B2C-4809-A6B2-8A015B414D74}" type="sibTrans" cxnId="{D4FD7CD9-23B6-4342-BEDA-9A88F0D78143}">
      <dgm:prSet/>
      <dgm:spPr/>
      <dgm:t>
        <a:bodyPr/>
        <a:lstStyle/>
        <a:p>
          <a:endParaRPr lang="en-US"/>
        </a:p>
      </dgm:t>
    </dgm:pt>
    <dgm:pt modelId="{0821A637-45BF-4FC9-B31A-88E768709B89}">
      <dgm:prSet/>
      <dgm:spPr/>
      <dgm:t>
        <a:bodyPr/>
        <a:lstStyle/>
        <a:p>
          <a:r>
            <a:rPr lang="en-IN" dirty="0" err="1"/>
            <a:t>NextJs</a:t>
          </a:r>
          <a:endParaRPr lang="en-US" dirty="0"/>
        </a:p>
      </dgm:t>
    </dgm:pt>
    <dgm:pt modelId="{66CBB317-DAD1-43CD-9085-91E04900BEC6}" type="parTrans" cxnId="{8BA3757B-1458-48A9-B190-3F43AF0AD8A4}">
      <dgm:prSet/>
      <dgm:spPr/>
      <dgm:t>
        <a:bodyPr/>
        <a:lstStyle/>
        <a:p>
          <a:endParaRPr lang="en-US"/>
        </a:p>
      </dgm:t>
    </dgm:pt>
    <dgm:pt modelId="{F8114C77-2761-4696-8DFA-6B0FE86B432A}" type="sibTrans" cxnId="{8BA3757B-1458-48A9-B190-3F43AF0AD8A4}">
      <dgm:prSet/>
      <dgm:spPr/>
      <dgm:t>
        <a:bodyPr/>
        <a:lstStyle/>
        <a:p>
          <a:endParaRPr lang="en-US"/>
        </a:p>
      </dgm:t>
    </dgm:pt>
    <dgm:pt modelId="{8C9B0116-DF97-417D-A5AA-6406692FD9A3}">
      <dgm:prSet/>
      <dgm:spPr/>
      <dgm:t>
        <a:bodyPr/>
        <a:lstStyle/>
        <a:p>
          <a:r>
            <a:rPr lang="en-IN"/>
            <a:t>Solidity</a:t>
          </a:r>
          <a:endParaRPr lang="en-US"/>
        </a:p>
      </dgm:t>
    </dgm:pt>
    <dgm:pt modelId="{334448C8-082C-4C5C-A3AE-AD77032D1F19}" type="parTrans" cxnId="{3E21C651-9B56-467D-B60B-3252BE9769F0}">
      <dgm:prSet/>
      <dgm:spPr/>
      <dgm:t>
        <a:bodyPr/>
        <a:lstStyle/>
        <a:p>
          <a:endParaRPr lang="en-US"/>
        </a:p>
      </dgm:t>
    </dgm:pt>
    <dgm:pt modelId="{3612D9DE-1336-4D93-B6D0-DCFDCA5D5F42}" type="sibTrans" cxnId="{3E21C651-9B56-467D-B60B-3252BE9769F0}">
      <dgm:prSet/>
      <dgm:spPr/>
      <dgm:t>
        <a:bodyPr/>
        <a:lstStyle/>
        <a:p>
          <a:endParaRPr lang="en-US"/>
        </a:p>
      </dgm:t>
    </dgm:pt>
    <dgm:pt modelId="{EF23408A-4B2F-4B6B-B6BE-35D5315AF329}">
      <dgm:prSet/>
      <dgm:spPr/>
      <dgm:t>
        <a:bodyPr/>
        <a:lstStyle/>
        <a:p>
          <a:r>
            <a:rPr lang="en-IN"/>
            <a:t>MetaMask</a:t>
          </a:r>
          <a:endParaRPr lang="en-US"/>
        </a:p>
      </dgm:t>
    </dgm:pt>
    <dgm:pt modelId="{E7CC82AC-3D0F-46ED-8BCC-4875D234D726}" type="parTrans" cxnId="{1AE39002-A3E8-47F0-A500-76795E4BDFB6}">
      <dgm:prSet/>
      <dgm:spPr/>
      <dgm:t>
        <a:bodyPr/>
        <a:lstStyle/>
        <a:p>
          <a:endParaRPr lang="en-US"/>
        </a:p>
      </dgm:t>
    </dgm:pt>
    <dgm:pt modelId="{954C8809-4D46-4441-99F5-B6F0E71568FE}" type="sibTrans" cxnId="{1AE39002-A3E8-47F0-A500-76795E4BDFB6}">
      <dgm:prSet/>
      <dgm:spPr/>
      <dgm:t>
        <a:bodyPr/>
        <a:lstStyle/>
        <a:p>
          <a:endParaRPr lang="en-US"/>
        </a:p>
      </dgm:t>
    </dgm:pt>
    <dgm:pt modelId="{9BDC8D4B-4F74-4B8A-A13D-90E3AE2B7F4E}" type="pres">
      <dgm:prSet presAssocID="{FF17E743-28C5-4A0C-AFFA-495D60F17855}" presName="linear" presStyleCnt="0">
        <dgm:presLayoutVars>
          <dgm:dir/>
          <dgm:animLvl val="lvl"/>
          <dgm:resizeHandles val="exact"/>
        </dgm:presLayoutVars>
      </dgm:prSet>
      <dgm:spPr/>
    </dgm:pt>
    <dgm:pt modelId="{B47E1C5E-0CAC-410A-9FE1-E4F15B9C43D3}" type="pres">
      <dgm:prSet presAssocID="{D34517F5-6BAE-494D-9678-5B8E9F691D39}" presName="parentLin" presStyleCnt="0"/>
      <dgm:spPr/>
    </dgm:pt>
    <dgm:pt modelId="{36178B88-48D6-452F-A09D-24019AC5104E}" type="pres">
      <dgm:prSet presAssocID="{D34517F5-6BAE-494D-9678-5B8E9F691D39}" presName="parentLeftMargin" presStyleLbl="node1" presStyleIdx="0" presStyleCnt="4"/>
      <dgm:spPr/>
    </dgm:pt>
    <dgm:pt modelId="{A806B8D1-9A00-4332-A4CF-92C274E7BC0C}" type="pres">
      <dgm:prSet presAssocID="{D34517F5-6BAE-494D-9678-5B8E9F691D39}" presName="parentText" presStyleLbl="node1" presStyleIdx="0" presStyleCnt="4">
        <dgm:presLayoutVars>
          <dgm:chMax val="0"/>
          <dgm:bulletEnabled val="1"/>
        </dgm:presLayoutVars>
      </dgm:prSet>
      <dgm:spPr/>
    </dgm:pt>
    <dgm:pt modelId="{46AFBC28-F003-47CA-BBD9-44478FB4FD79}" type="pres">
      <dgm:prSet presAssocID="{D34517F5-6BAE-494D-9678-5B8E9F691D39}" presName="negativeSpace" presStyleCnt="0"/>
      <dgm:spPr/>
    </dgm:pt>
    <dgm:pt modelId="{0B458084-C210-48DD-9AF2-2CA3FE1AA413}" type="pres">
      <dgm:prSet presAssocID="{D34517F5-6BAE-494D-9678-5B8E9F691D39}" presName="childText" presStyleLbl="conFgAcc1" presStyleIdx="0" presStyleCnt="4">
        <dgm:presLayoutVars>
          <dgm:bulletEnabled val="1"/>
        </dgm:presLayoutVars>
      </dgm:prSet>
      <dgm:spPr/>
    </dgm:pt>
    <dgm:pt modelId="{42D526A8-205E-495A-9C6B-DBDF3F95D32C}" type="pres">
      <dgm:prSet presAssocID="{B45E97FC-0B2C-4809-A6B2-8A015B414D74}" presName="spaceBetweenRectangles" presStyleCnt="0"/>
      <dgm:spPr/>
    </dgm:pt>
    <dgm:pt modelId="{A139EAA5-DEB3-4E91-AD9C-DF4C1F0A70D6}" type="pres">
      <dgm:prSet presAssocID="{0821A637-45BF-4FC9-B31A-88E768709B89}" presName="parentLin" presStyleCnt="0"/>
      <dgm:spPr/>
    </dgm:pt>
    <dgm:pt modelId="{683BEBCD-3D1B-4C39-B2FE-8F741CD77874}" type="pres">
      <dgm:prSet presAssocID="{0821A637-45BF-4FC9-B31A-88E768709B89}" presName="parentLeftMargin" presStyleLbl="node1" presStyleIdx="0" presStyleCnt="4"/>
      <dgm:spPr/>
    </dgm:pt>
    <dgm:pt modelId="{B71DDDAC-F3DA-48A8-9DA3-BED7DC519903}" type="pres">
      <dgm:prSet presAssocID="{0821A637-45BF-4FC9-B31A-88E768709B89}" presName="parentText" presStyleLbl="node1" presStyleIdx="1" presStyleCnt="4">
        <dgm:presLayoutVars>
          <dgm:chMax val="0"/>
          <dgm:bulletEnabled val="1"/>
        </dgm:presLayoutVars>
      </dgm:prSet>
      <dgm:spPr/>
    </dgm:pt>
    <dgm:pt modelId="{66E31AA0-8089-4699-B341-AEF6A07ED284}" type="pres">
      <dgm:prSet presAssocID="{0821A637-45BF-4FC9-B31A-88E768709B89}" presName="negativeSpace" presStyleCnt="0"/>
      <dgm:spPr/>
    </dgm:pt>
    <dgm:pt modelId="{64C818A0-9552-45A1-ADE7-0B6D26449F45}" type="pres">
      <dgm:prSet presAssocID="{0821A637-45BF-4FC9-B31A-88E768709B89}" presName="childText" presStyleLbl="conFgAcc1" presStyleIdx="1" presStyleCnt="4">
        <dgm:presLayoutVars>
          <dgm:bulletEnabled val="1"/>
        </dgm:presLayoutVars>
      </dgm:prSet>
      <dgm:spPr/>
    </dgm:pt>
    <dgm:pt modelId="{5A7C6088-7500-4A3C-A728-311D4172E4ED}" type="pres">
      <dgm:prSet presAssocID="{F8114C77-2761-4696-8DFA-6B0FE86B432A}" presName="spaceBetweenRectangles" presStyleCnt="0"/>
      <dgm:spPr/>
    </dgm:pt>
    <dgm:pt modelId="{F96D6770-BB8E-4D7D-A853-B35ACF1609CC}" type="pres">
      <dgm:prSet presAssocID="{8C9B0116-DF97-417D-A5AA-6406692FD9A3}" presName="parentLin" presStyleCnt="0"/>
      <dgm:spPr/>
    </dgm:pt>
    <dgm:pt modelId="{6D3A687B-23D0-4870-9F3A-CCB46E13E416}" type="pres">
      <dgm:prSet presAssocID="{8C9B0116-DF97-417D-A5AA-6406692FD9A3}" presName="parentLeftMargin" presStyleLbl="node1" presStyleIdx="1" presStyleCnt="4"/>
      <dgm:spPr/>
    </dgm:pt>
    <dgm:pt modelId="{039AF62D-CB03-407F-B7D5-57B14E886EA9}" type="pres">
      <dgm:prSet presAssocID="{8C9B0116-DF97-417D-A5AA-6406692FD9A3}" presName="parentText" presStyleLbl="node1" presStyleIdx="2" presStyleCnt="4">
        <dgm:presLayoutVars>
          <dgm:chMax val="0"/>
          <dgm:bulletEnabled val="1"/>
        </dgm:presLayoutVars>
      </dgm:prSet>
      <dgm:spPr/>
    </dgm:pt>
    <dgm:pt modelId="{1D504073-CE83-4DF5-A2C4-A86CCBDCB0AE}" type="pres">
      <dgm:prSet presAssocID="{8C9B0116-DF97-417D-A5AA-6406692FD9A3}" presName="negativeSpace" presStyleCnt="0"/>
      <dgm:spPr/>
    </dgm:pt>
    <dgm:pt modelId="{2F0BEC96-A271-4BB5-BE0D-CB2FE101CC11}" type="pres">
      <dgm:prSet presAssocID="{8C9B0116-DF97-417D-A5AA-6406692FD9A3}" presName="childText" presStyleLbl="conFgAcc1" presStyleIdx="2" presStyleCnt="4">
        <dgm:presLayoutVars>
          <dgm:bulletEnabled val="1"/>
        </dgm:presLayoutVars>
      </dgm:prSet>
      <dgm:spPr/>
    </dgm:pt>
    <dgm:pt modelId="{D257B3E1-7CBD-42C6-A636-7F69CF3335EC}" type="pres">
      <dgm:prSet presAssocID="{3612D9DE-1336-4D93-B6D0-DCFDCA5D5F42}" presName="spaceBetweenRectangles" presStyleCnt="0"/>
      <dgm:spPr/>
    </dgm:pt>
    <dgm:pt modelId="{709719E7-30A3-4317-99DA-6BD5B84624A5}" type="pres">
      <dgm:prSet presAssocID="{EF23408A-4B2F-4B6B-B6BE-35D5315AF329}" presName="parentLin" presStyleCnt="0"/>
      <dgm:spPr/>
    </dgm:pt>
    <dgm:pt modelId="{F7B3356C-1001-4059-ADAF-B1BBE73035C9}" type="pres">
      <dgm:prSet presAssocID="{EF23408A-4B2F-4B6B-B6BE-35D5315AF329}" presName="parentLeftMargin" presStyleLbl="node1" presStyleIdx="2" presStyleCnt="4"/>
      <dgm:spPr/>
    </dgm:pt>
    <dgm:pt modelId="{FFE84AF7-6B39-4773-A5FD-A5DB60B2164F}" type="pres">
      <dgm:prSet presAssocID="{EF23408A-4B2F-4B6B-B6BE-35D5315AF329}" presName="parentText" presStyleLbl="node1" presStyleIdx="3" presStyleCnt="4">
        <dgm:presLayoutVars>
          <dgm:chMax val="0"/>
          <dgm:bulletEnabled val="1"/>
        </dgm:presLayoutVars>
      </dgm:prSet>
      <dgm:spPr/>
    </dgm:pt>
    <dgm:pt modelId="{B97F1910-D118-4619-9590-F507B0E7FD6F}" type="pres">
      <dgm:prSet presAssocID="{EF23408A-4B2F-4B6B-B6BE-35D5315AF329}" presName="negativeSpace" presStyleCnt="0"/>
      <dgm:spPr/>
    </dgm:pt>
    <dgm:pt modelId="{F034A7A3-BD3E-4A24-A093-5D3E126BECC6}" type="pres">
      <dgm:prSet presAssocID="{EF23408A-4B2F-4B6B-B6BE-35D5315AF329}" presName="childText" presStyleLbl="conFgAcc1" presStyleIdx="3" presStyleCnt="4">
        <dgm:presLayoutVars>
          <dgm:bulletEnabled val="1"/>
        </dgm:presLayoutVars>
      </dgm:prSet>
      <dgm:spPr/>
    </dgm:pt>
  </dgm:ptLst>
  <dgm:cxnLst>
    <dgm:cxn modelId="{1AE39002-A3E8-47F0-A500-76795E4BDFB6}" srcId="{FF17E743-28C5-4A0C-AFFA-495D60F17855}" destId="{EF23408A-4B2F-4B6B-B6BE-35D5315AF329}" srcOrd="3" destOrd="0" parTransId="{E7CC82AC-3D0F-46ED-8BCC-4875D234D726}" sibTransId="{954C8809-4D46-4441-99F5-B6F0E71568FE}"/>
    <dgm:cxn modelId="{046BA812-B7EA-4EAD-ADBA-AE3A250232BC}" type="presOf" srcId="{EF23408A-4B2F-4B6B-B6BE-35D5315AF329}" destId="{FFE84AF7-6B39-4773-A5FD-A5DB60B2164F}" srcOrd="1" destOrd="0" presId="urn:microsoft.com/office/officeart/2005/8/layout/list1"/>
    <dgm:cxn modelId="{3E21C651-9B56-467D-B60B-3252BE9769F0}" srcId="{FF17E743-28C5-4A0C-AFFA-495D60F17855}" destId="{8C9B0116-DF97-417D-A5AA-6406692FD9A3}" srcOrd="2" destOrd="0" parTransId="{334448C8-082C-4C5C-A3AE-AD77032D1F19}" sibTransId="{3612D9DE-1336-4D93-B6D0-DCFDCA5D5F42}"/>
    <dgm:cxn modelId="{8BA3757B-1458-48A9-B190-3F43AF0AD8A4}" srcId="{FF17E743-28C5-4A0C-AFFA-495D60F17855}" destId="{0821A637-45BF-4FC9-B31A-88E768709B89}" srcOrd="1" destOrd="0" parTransId="{66CBB317-DAD1-43CD-9085-91E04900BEC6}" sibTransId="{F8114C77-2761-4696-8DFA-6B0FE86B432A}"/>
    <dgm:cxn modelId="{1A8E1A80-A8C8-4E3F-B7A9-D7A7B4A19D3B}" type="presOf" srcId="{0821A637-45BF-4FC9-B31A-88E768709B89}" destId="{B71DDDAC-F3DA-48A8-9DA3-BED7DC519903}" srcOrd="1" destOrd="0" presId="urn:microsoft.com/office/officeart/2005/8/layout/list1"/>
    <dgm:cxn modelId="{74E0D18A-CD32-460D-8BFB-4A5ABD59DB2E}" type="presOf" srcId="{FF17E743-28C5-4A0C-AFFA-495D60F17855}" destId="{9BDC8D4B-4F74-4B8A-A13D-90E3AE2B7F4E}" srcOrd="0" destOrd="0" presId="urn:microsoft.com/office/officeart/2005/8/layout/list1"/>
    <dgm:cxn modelId="{F26AD9A8-F757-4BFC-9B8A-2A4F0221E0F9}" type="presOf" srcId="{D34517F5-6BAE-494D-9678-5B8E9F691D39}" destId="{36178B88-48D6-452F-A09D-24019AC5104E}" srcOrd="0" destOrd="0" presId="urn:microsoft.com/office/officeart/2005/8/layout/list1"/>
    <dgm:cxn modelId="{45600CB5-9398-421D-8FD0-6111A6D4FF9D}" type="presOf" srcId="{0821A637-45BF-4FC9-B31A-88E768709B89}" destId="{683BEBCD-3D1B-4C39-B2FE-8F741CD77874}" srcOrd="0" destOrd="0" presId="urn:microsoft.com/office/officeart/2005/8/layout/list1"/>
    <dgm:cxn modelId="{79943CC2-572D-478A-8E24-C119CFA549EB}" type="presOf" srcId="{8C9B0116-DF97-417D-A5AA-6406692FD9A3}" destId="{6D3A687B-23D0-4870-9F3A-CCB46E13E416}" srcOrd="0" destOrd="0" presId="urn:microsoft.com/office/officeart/2005/8/layout/list1"/>
    <dgm:cxn modelId="{D4FD7CD9-23B6-4342-BEDA-9A88F0D78143}" srcId="{FF17E743-28C5-4A0C-AFFA-495D60F17855}" destId="{D34517F5-6BAE-494D-9678-5B8E9F691D39}" srcOrd="0" destOrd="0" parTransId="{6D0F5D2F-231C-4DD3-9391-D8B4476C1249}" sibTransId="{B45E97FC-0B2C-4809-A6B2-8A015B414D74}"/>
    <dgm:cxn modelId="{8A04A5DD-390E-439E-90B3-43DCCF0F2B2D}" type="presOf" srcId="{EF23408A-4B2F-4B6B-B6BE-35D5315AF329}" destId="{F7B3356C-1001-4059-ADAF-B1BBE73035C9}" srcOrd="0" destOrd="0" presId="urn:microsoft.com/office/officeart/2005/8/layout/list1"/>
    <dgm:cxn modelId="{CD2CFDE3-B828-4EC7-851A-0FE0228CA92B}" type="presOf" srcId="{D34517F5-6BAE-494D-9678-5B8E9F691D39}" destId="{A806B8D1-9A00-4332-A4CF-92C274E7BC0C}" srcOrd="1" destOrd="0" presId="urn:microsoft.com/office/officeart/2005/8/layout/list1"/>
    <dgm:cxn modelId="{DC5635EE-B1AD-48F0-82CF-EE02A2A3BA72}" type="presOf" srcId="{8C9B0116-DF97-417D-A5AA-6406692FD9A3}" destId="{039AF62D-CB03-407F-B7D5-57B14E886EA9}" srcOrd="1" destOrd="0" presId="urn:microsoft.com/office/officeart/2005/8/layout/list1"/>
    <dgm:cxn modelId="{99F1335F-51E1-4EC8-86A0-3D64CE3A1C15}" type="presParOf" srcId="{9BDC8D4B-4F74-4B8A-A13D-90E3AE2B7F4E}" destId="{B47E1C5E-0CAC-410A-9FE1-E4F15B9C43D3}" srcOrd="0" destOrd="0" presId="urn:microsoft.com/office/officeart/2005/8/layout/list1"/>
    <dgm:cxn modelId="{FD1394CA-03A8-4969-AC25-CB9AC2FF2387}" type="presParOf" srcId="{B47E1C5E-0CAC-410A-9FE1-E4F15B9C43D3}" destId="{36178B88-48D6-452F-A09D-24019AC5104E}" srcOrd="0" destOrd="0" presId="urn:microsoft.com/office/officeart/2005/8/layout/list1"/>
    <dgm:cxn modelId="{7C4E1FAB-6E8E-4504-BF05-157ACBFE62AF}" type="presParOf" srcId="{B47E1C5E-0CAC-410A-9FE1-E4F15B9C43D3}" destId="{A806B8D1-9A00-4332-A4CF-92C274E7BC0C}" srcOrd="1" destOrd="0" presId="urn:microsoft.com/office/officeart/2005/8/layout/list1"/>
    <dgm:cxn modelId="{84AED404-D9E5-43AD-8D64-B76382CB6FF7}" type="presParOf" srcId="{9BDC8D4B-4F74-4B8A-A13D-90E3AE2B7F4E}" destId="{46AFBC28-F003-47CA-BBD9-44478FB4FD79}" srcOrd="1" destOrd="0" presId="urn:microsoft.com/office/officeart/2005/8/layout/list1"/>
    <dgm:cxn modelId="{7058418D-C09A-4E0A-8DD7-38CAF945DA10}" type="presParOf" srcId="{9BDC8D4B-4F74-4B8A-A13D-90E3AE2B7F4E}" destId="{0B458084-C210-48DD-9AF2-2CA3FE1AA413}" srcOrd="2" destOrd="0" presId="urn:microsoft.com/office/officeart/2005/8/layout/list1"/>
    <dgm:cxn modelId="{E65556B0-727F-4A13-BE11-AC34E2FBDF74}" type="presParOf" srcId="{9BDC8D4B-4F74-4B8A-A13D-90E3AE2B7F4E}" destId="{42D526A8-205E-495A-9C6B-DBDF3F95D32C}" srcOrd="3" destOrd="0" presId="urn:microsoft.com/office/officeart/2005/8/layout/list1"/>
    <dgm:cxn modelId="{06F0E838-3502-4374-9E87-B2A42E6FCFAA}" type="presParOf" srcId="{9BDC8D4B-4F74-4B8A-A13D-90E3AE2B7F4E}" destId="{A139EAA5-DEB3-4E91-AD9C-DF4C1F0A70D6}" srcOrd="4" destOrd="0" presId="urn:microsoft.com/office/officeart/2005/8/layout/list1"/>
    <dgm:cxn modelId="{0FAF6D19-3C06-4197-A570-C7550FB9C9E8}" type="presParOf" srcId="{A139EAA5-DEB3-4E91-AD9C-DF4C1F0A70D6}" destId="{683BEBCD-3D1B-4C39-B2FE-8F741CD77874}" srcOrd="0" destOrd="0" presId="urn:microsoft.com/office/officeart/2005/8/layout/list1"/>
    <dgm:cxn modelId="{03A614D4-E58D-4405-B557-EAB9115A9641}" type="presParOf" srcId="{A139EAA5-DEB3-4E91-AD9C-DF4C1F0A70D6}" destId="{B71DDDAC-F3DA-48A8-9DA3-BED7DC519903}" srcOrd="1" destOrd="0" presId="urn:microsoft.com/office/officeart/2005/8/layout/list1"/>
    <dgm:cxn modelId="{F7118EA7-C2DF-45D2-9BC6-D0117DC47BD5}" type="presParOf" srcId="{9BDC8D4B-4F74-4B8A-A13D-90E3AE2B7F4E}" destId="{66E31AA0-8089-4699-B341-AEF6A07ED284}" srcOrd="5" destOrd="0" presId="urn:microsoft.com/office/officeart/2005/8/layout/list1"/>
    <dgm:cxn modelId="{6C2BAEA2-276B-4E48-BE5B-9B1808FFF59B}" type="presParOf" srcId="{9BDC8D4B-4F74-4B8A-A13D-90E3AE2B7F4E}" destId="{64C818A0-9552-45A1-ADE7-0B6D26449F45}" srcOrd="6" destOrd="0" presId="urn:microsoft.com/office/officeart/2005/8/layout/list1"/>
    <dgm:cxn modelId="{1045DAFE-4045-4B61-A731-66F170DD054B}" type="presParOf" srcId="{9BDC8D4B-4F74-4B8A-A13D-90E3AE2B7F4E}" destId="{5A7C6088-7500-4A3C-A728-311D4172E4ED}" srcOrd="7" destOrd="0" presId="urn:microsoft.com/office/officeart/2005/8/layout/list1"/>
    <dgm:cxn modelId="{5530E188-1E89-4133-98CF-E9DFA7393088}" type="presParOf" srcId="{9BDC8D4B-4F74-4B8A-A13D-90E3AE2B7F4E}" destId="{F96D6770-BB8E-4D7D-A853-B35ACF1609CC}" srcOrd="8" destOrd="0" presId="urn:microsoft.com/office/officeart/2005/8/layout/list1"/>
    <dgm:cxn modelId="{38866ABB-9FC9-4225-A90C-BAC04A9D5711}" type="presParOf" srcId="{F96D6770-BB8E-4D7D-A853-B35ACF1609CC}" destId="{6D3A687B-23D0-4870-9F3A-CCB46E13E416}" srcOrd="0" destOrd="0" presId="urn:microsoft.com/office/officeart/2005/8/layout/list1"/>
    <dgm:cxn modelId="{9B86565F-79EC-4FAA-954C-3E6DF05A93B4}" type="presParOf" srcId="{F96D6770-BB8E-4D7D-A853-B35ACF1609CC}" destId="{039AF62D-CB03-407F-B7D5-57B14E886EA9}" srcOrd="1" destOrd="0" presId="urn:microsoft.com/office/officeart/2005/8/layout/list1"/>
    <dgm:cxn modelId="{FB35B477-AF0A-41B0-AE5C-1D514A5ECFAB}" type="presParOf" srcId="{9BDC8D4B-4F74-4B8A-A13D-90E3AE2B7F4E}" destId="{1D504073-CE83-4DF5-A2C4-A86CCBDCB0AE}" srcOrd="9" destOrd="0" presId="urn:microsoft.com/office/officeart/2005/8/layout/list1"/>
    <dgm:cxn modelId="{04A986A4-7B65-4927-B737-F2F920C14597}" type="presParOf" srcId="{9BDC8D4B-4F74-4B8A-A13D-90E3AE2B7F4E}" destId="{2F0BEC96-A271-4BB5-BE0D-CB2FE101CC11}" srcOrd="10" destOrd="0" presId="urn:microsoft.com/office/officeart/2005/8/layout/list1"/>
    <dgm:cxn modelId="{CEF65FD4-C964-427F-A9ED-F63D1DC5F24A}" type="presParOf" srcId="{9BDC8D4B-4F74-4B8A-A13D-90E3AE2B7F4E}" destId="{D257B3E1-7CBD-42C6-A636-7F69CF3335EC}" srcOrd="11" destOrd="0" presId="urn:microsoft.com/office/officeart/2005/8/layout/list1"/>
    <dgm:cxn modelId="{F39B4DFB-C809-44E3-9D61-A39D5C1C1A22}" type="presParOf" srcId="{9BDC8D4B-4F74-4B8A-A13D-90E3AE2B7F4E}" destId="{709719E7-30A3-4317-99DA-6BD5B84624A5}" srcOrd="12" destOrd="0" presId="urn:microsoft.com/office/officeart/2005/8/layout/list1"/>
    <dgm:cxn modelId="{E4DF1E05-6AF1-4514-82C4-A07A01CB0AD0}" type="presParOf" srcId="{709719E7-30A3-4317-99DA-6BD5B84624A5}" destId="{F7B3356C-1001-4059-ADAF-B1BBE73035C9}" srcOrd="0" destOrd="0" presId="urn:microsoft.com/office/officeart/2005/8/layout/list1"/>
    <dgm:cxn modelId="{7F9AFD97-413C-4EC1-B09C-64607EEF80C0}" type="presParOf" srcId="{709719E7-30A3-4317-99DA-6BD5B84624A5}" destId="{FFE84AF7-6B39-4773-A5FD-A5DB60B2164F}" srcOrd="1" destOrd="0" presId="urn:microsoft.com/office/officeart/2005/8/layout/list1"/>
    <dgm:cxn modelId="{62A30CDB-7C35-4351-818F-44704FDCEC15}" type="presParOf" srcId="{9BDC8D4B-4F74-4B8A-A13D-90E3AE2B7F4E}" destId="{B97F1910-D118-4619-9590-F507B0E7FD6F}" srcOrd="13" destOrd="0" presId="urn:microsoft.com/office/officeart/2005/8/layout/list1"/>
    <dgm:cxn modelId="{04C52B98-D490-4781-ADF8-074CDC24750F}" type="presParOf" srcId="{9BDC8D4B-4F74-4B8A-A13D-90E3AE2B7F4E}" destId="{F034A7A3-BD3E-4A24-A093-5D3E126BECC6}"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ECE6A8-2D66-4F97-8056-83A51CF5FC3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5CE72E8-00FA-40F2-BD30-600858178AE0}">
      <dgm:prSet/>
      <dgm:spPr/>
      <dgm:t>
        <a:bodyPr/>
        <a:lstStyle/>
        <a:p>
          <a:r>
            <a:rPr lang="en-IN"/>
            <a:t>Manager</a:t>
          </a:r>
          <a:endParaRPr lang="en-US"/>
        </a:p>
      </dgm:t>
    </dgm:pt>
    <dgm:pt modelId="{A81AFBFE-7184-4DEE-8A4D-78FBC1FE63E4}" type="parTrans" cxnId="{90F6F224-D5B5-4A16-878F-45C3FB4B0A99}">
      <dgm:prSet/>
      <dgm:spPr/>
      <dgm:t>
        <a:bodyPr/>
        <a:lstStyle/>
        <a:p>
          <a:endParaRPr lang="en-US"/>
        </a:p>
      </dgm:t>
    </dgm:pt>
    <dgm:pt modelId="{20B35176-6211-4A28-B899-DE179C35D009}" type="sibTrans" cxnId="{90F6F224-D5B5-4A16-878F-45C3FB4B0A99}">
      <dgm:prSet/>
      <dgm:spPr/>
      <dgm:t>
        <a:bodyPr/>
        <a:lstStyle/>
        <a:p>
          <a:endParaRPr lang="en-US"/>
        </a:p>
      </dgm:t>
    </dgm:pt>
    <dgm:pt modelId="{6A92BEAA-1DBF-4816-BA16-D061521D503E}">
      <dgm:prSet/>
      <dgm:spPr/>
      <dgm:t>
        <a:bodyPr/>
        <a:lstStyle/>
        <a:p>
          <a:r>
            <a:rPr lang="en-IN"/>
            <a:t>Minimum contribution</a:t>
          </a:r>
          <a:endParaRPr lang="en-US"/>
        </a:p>
      </dgm:t>
    </dgm:pt>
    <dgm:pt modelId="{49A328BB-1004-45FB-8DB6-85204397019B}" type="parTrans" cxnId="{66D1C3E8-7E50-46EA-B6A4-F04C346F6919}">
      <dgm:prSet/>
      <dgm:spPr/>
      <dgm:t>
        <a:bodyPr/>
        <a:lstStyle/>
        <a:p>
          <a:endParaRPr lang="en-US"/>
        </a:p>
      </dgm:t>
    </dgm:pt>
    <dgm:pt modelId="{1AE82E21-4931-474A-A465-A7CE98D9737D}" type="sibTrans" cxnId="{66D1C3E8-7E50-46EA-B6A4-F04C346F6919}">
      <dgm:prSet/>
      <dgm:spPr/>
      <dgm:t>
        <a:bodyPr/>
        <a:lstStyle/>
        <a:p>
          <a:endParaRPr lang="en-US"/>
        </a:p>
      </dgm:t>
    </dgm:pt>
    <dgm:pt modelId="{5B610D80-043A-44B0-A22D-8FF5A9AA6A24}">
      <dgm:prSet/>
      <dgm:spPr/>
      <dgm:t>
        <a:bodyPr/>
        <a:lstStyle/>
        <a:p>
          <a:r>
            <a:rPr lang="en-IN"/>
            <a:t>Approvers</a:t>
          </a:r>
          <a:endParaRPr lang="en-US"/>
        </a:p>
      </dgm:t>
    </dgm:pt>
    <dgm:pt modelId="{5248E058-DDB8-4906-AC3E-274C9FC0201B}" type="parTrans" cxnId="{FFFE610E-8145-492A-9690-A7AD65D1160D}">
      <dgm:prSet/>
      <dgm:spPr/>
      <dgm:t>
        <a:bodyPr/>
        <a:lstStyle/>
        <a:p>
          <a:endParaRPr lang="en-US"/>
        </a:p>
      </dgm:t>
    </dgm:pt>
    <dgm:pt modelId="{345F7075-B3C8-4D3B-940D-FE6634780FDA}" type="sibTrans" cxnId="{FFFE610E-8145-492A-9690-A7AD65D1160D}">
      <dgm:prSet/>
      <dgm:spPr/>
      <dgm:t>
        <a:bodyPr/>
        <a:lstStyle/>
        <a:p>
          <a:endParaRPr lang="en-US"/>
        </a:p>
      </dgm:t>
    </dgm:pt>
    <dgm:pt modelId="{466B87B1-57D8-4963-BE4B-4FB89BF364DD}">
      <dgm:prSet/>
      <dgm:spPr/>
      <dgm:t>
        <a:bodyPr/>
        <a:lstStyle/>
        <a:p>
          <a:r>
            <a:rPr lang="en-IN"/>
            <a:t>Requests</a:t>
          </a:r>
          <a:endParaRPr lang="en-US"/>
        </a:p>
      </dgm:t>
    </dgm:pt>
    <dgm:pt modelId="{235199A9-7955-4749-AB22-DDC9F47D3372}" type="parTrans" cxnId="{3F0B36DE-DF5B-4C38-9B7C-8354192B1209}">
      <dgm:prSet/>
      <dgm:spPr/>
      <dgm:t>
        <a:bodyPr/>
        <a:lstStyle/>
        <a:p>
          <a:endParaRPr lang="en-US"/>
        </a:p>
      </dgm:t>
    </dgm:pt>
    <dgm:pt modelId="{CE57A016-EA8B-4C1C-AA53-FE8148001D8C}" type="sibTrans" cxnId="{3F0B36DE-DF5B-4C38-9B7C-8354192B1209}">
      <dgm:prSet/>
      <dgm:spPr/>
      <dgm:t>
        <a:bodyPr/>
        <a:lstStyle/>
        <a:p>
          <a:endParaRPr lang="en-US"/>
        </a:p>
      </dgm:t>
    </dgm:pt>
    <dgm:pt modelId="{247DC97D-86C7-447E-B85E-A7BF180BB562}" type="pres">
      <dgm:prSet presAssocID="{01ECE6A8-2D66-4F97-8056-83A51CF5FC3E}" presName="root" presStyleCnt="0">
        <dgm:presLayoutVars>
          <dgm:dir/>
          <dgm:resizeHandles val="exact"/>
        </dgm:presLayoutVars>
      </dgm:prSet>
      <dgm:spPr/>
    </dgm:pt>
    <dgm:pt modelId="{92DF597B-4AC2-4C4F-81FD-2524276D3E91}" type="pres">
      <dgm:prSet presAssocID="{A5CE72E8-00FA-40F2-BD30-600858178AE0}" presName="compNode" presStyleCnt="0"/>
      <dgm:spPr/>
    </dgm:pt>
    <dgm:pt modelId="{93E076D2-B039-4976-B774-08048B3AFA9E}" type="pres">
      <dgm:prSet presAssocID="{A5CE72E8-00FA-40F2-BD30-600858178AE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5A58F40A-5EA3-4F27-96E4-892E21B1D083}" type="pres">
      <dgm:prSet presAssocID="{A5CE72E8-00FA-40F2-BD30-600858178AE0}" presName="spaceRect" presStyleCnt="0"/>
      <dgm:spPr/>
    </dgm:pt>
    <dgm:pt modelId="{F7B676F5-B32F-4764-9F15-F4B93D49DD78}" type="pres">
      <dgm:prSet presAssocID="{A5CE72E8-00FA-40F2-BD30-600858178AE0}" presName="textRect" presStyleLbl="revTx" presStyleIdx="0" presStyleCnt="4">
        <dgm:presLayoutVars>
          <dgm:chMax val="1"/>
          <dgm:chPref val="1"/>
        </dgm:presLayoutVars>
      </dgm:prSet>
      <dgm:spPr/>
    </dgm:pt>
    <dgm:pt modelId="{CC67466E-2514-4023-A3A7-002BDC33EE80}" type="pres">
      <dgm:prSet presAssocID="{20B35176-6211-4A28-B899-DE179C35D009}" presName="sibTrans" presStyleCnt="0"/>
      <dgm:spPr/>
    </dgm:pt>
    <dgm:pt modelId="{992D95FA-633D-47AD-A9CF-763A1BD3C3DF}" type="pres">
      <dgm:prSet presAssocID="{6A92BEAA-1DBF-4816-BA16-D061521D503E}" presName="compNode" presStyleCnt="0"/>
      <dgm:spPr/>
    </dgm:pt>
    <dgm:pt modelId="{36411DAB-E436-45C7-BAC3-84CAF67F6B19}" type="pres">
      <dgm:prSet presAssocID="{6A92BEAA-1DBF-4816-BA16-D061521D50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8B60ADBE-7720-4D47-A4A0-BC1E2EC68276}" type="pres">
      <dgm:prSet presAssocID="{6A92BEAA-1DBF-4816-BA16-D061521D503E}" presName="spaceRect" presStyleCnt="0"/>
      <dgm:spPr/>
    </dgm:pt>
    <dgm:pt modelId="{C98B0CBD-167F-4D4B-B9D0-715FB81A0D41}" type="pres">
      <dgm:prSet presAssocID="{6A92BEAA-1DBF-4816-BA16-D061521D503E}" presName="textRect" presStyleLbl="revTx" presStyleIdx="1" presStyleCnt="4">
        <dgm:presLayoutVars>
          <dgm:chMax val="1"/>
          <dgm:chPref val="1"/>
        </dgm:presLayoutVars>
      </dgm:prSet>
      <dgm:spPr/>
    </dgm:pt>
    <dgm:pt modelId="{27446A26-F942-44E4-BBFF-0CB72E5E3A83}" type="pres">
      <dgm:prSet presAssocID="{1AE82E21-4931-474A-A465-A7CE98D9737D}" presName="sibTrans" presStyleCnt="0"/>
      <dgm:spPr/>
    </dgm:pt>
    <dgm:pt modelId="{7C3B2AA8-2146-4CB6-BA1B-981B3C8E8BB6}" type="pres">
      <dgm:prSet presAssocID="{5B610D80-043A-44B0-A22D-8FF5A9AA6A24}" presName="compNode" presStyleCnt="0"/>
      <dgm:spPr/>
    </dgm:pt>
    <dgm:pt modelId="{B9EDCF20-87A1-46FC-8DDB-AAAB12D74AFE}" type="pres">
      <dgm:prSet presAssocID="{5B610D80-043A-44B0-A22D-8FF5A9AA6A2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EC7A5515-5D93-4102-AF87-F14D1F1AD888}" type="pres">
      <dgm:prSet presAssocID="{5B610D80-043A-44B0-A22D-8FF5A9AA6A24}" presName="spaceRect" presStyleCnt="0"/>
      <dgm:spPr/>
    </dgm:pt>
    <dgm:pt modelId="{9CB68A81-11D9-4A7A-A357-BE09CF01C6BB}" type="pres">
      <dgm:prSet presAssocID="{5B610D80-043A-44B0-A22D-8FF5A9AA6A24}" presName="textRect" presStyleLbl="revTx" presStyleIdx="2" presStyleCnt="4">
        <dgm:presLayoutVars>
          <dgm:chMax val="1"/>
          <dgm:chPref val="1"/>
        </dgm:presLayoutVars>
      </dgm:prSet>
      <dgm:spPr/>
    </dgm:pt>
    <dgm:pt modelId="{60B2CC7E-B762-4A79-ABD1-BB10320CA541}" type="pres">
      <dgm:prSet presAssocID="{345F7075-B3C8-4D3B-940D-FE6634780FDA}" presName="sibTrans" presStyleCnt="0"/>
      <dgm:spPr/>
    </dgm:pt>
    <dgm:pt modelId="{3F14BC96-5510-4251-BD84-F29AF4334A06}" type="pres">
      <dgm:prSet presAssocID="{466B87B1-57D8-4963-BE4B-4FB89BF364DD}" presName="compNode" presStyleCnt="0"/>
      <dgm:spPr/>
    </dgm:pt>
    <dgm:pt modelId="{F182ADB9-3821-4AE4-978F-D71FEF1FDB31}" type="pres">
      <dgm:prSet presAssocID="{466B87B1-57D8-4963-BE4B-4FB89BF364D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9821BDE5-8A6B-4423-B1BD-99A24C8D9E41}" type="pres">
      <dgm:prSet presAssocID="{466B87B1-57D8-4963-BE4B-4FB89BF364DD}" presName="spaceRect" presStyleCnt="0"/>
      <dgm:spPr/>
    </dgm:pt>
    <dgm:pt modelId="{CA738EC0-CBE8-4C18-BAEA-C711EC2021A4}" type="pres">
      <dgm:prSet presAssocID="{466B87B1-57D8-4963-BE4B-4FB89BF364DD}" presName="textRect" presStyleLbl="revTx" presStyleIdx="3" presStyleCnt="4">
        <dgm:presLayoutVars>
          <dgm:chMax val="1"/>
          <dgm:chPref val="1"/>
        </dgm:presLayoutVars>
      </dgm:prSet>
      <dgm:spPr/>
    </dgm:pt>
  </dgm:ptLst>
  <dgm:cxnLst>
    <dgm:cxn modelId="{FFFE610E-8145-492A-9690-A7AD65D1160D}" srcId="{01ECE6A8-2D66-4F97-8056-83A51CF5FC3E}" destId="{5B610D80-043A-44B0-A22D-8FF5A9AA6A24}" srcOrd="2" destOrd="0" parTransId="{5248E058-DDB8-4906-AC3E-274C9FC0201B}" sibTransId="{345F7075-B3C8-4D3B-940D-FE6634780FDA}"/>
    <dgm:cxn modelId="{53DD1B13-4A0E-4490-B17E-709C79796F6C}" type="presOf" srcId="{A5CE72E8-00FA-40F2-BD30-600858178AE0}" destId="{F7B676F5-B32F-4764-9F15-F4B93D49DD78}" srcOrd="0" destOrd="0" presId="urn:microsoft.com/office/officeart/2018/2/layout/IconLabelList"/>
    <dgm:cxn modelId="{90F6F224-D5B5-4A16-878F-45C3FB4B0A99}" srcId="{01ECE6A8-2D66-4F97-8056-83A51CF5FC3E}" destId="{A5CE72E8-00FA-40F2-BD30-600858178AE0}" srcOrd="0" destOrd="0" parTransId="{A81AFBFE-7184-4DEE-8A4D-78FBC1FE63E4}" sibTransId="{20B35176-6211-4A28-B899-DE179C35D009}"/>
    <dgm:cxn modelId="{004F7938-5B2D-4DE0-BE68-7C4F461B8868}" type="presOf" srcId="{01ECE6A8-2D66-4F97-8056-83A51CF5FC3E}" destId="{247DC97D-86C7-447E-B85E-A7BF180BB562}" srcOrd="0" destOrd="0" presId="urn:microsoft.com/office/officeart/2018/2/layout/IconLabelList"/>
    <dgm:cxn modelId="{C3BA8D76-D0B2-44EA-8D4B-21AE65C687E8}" type="presOf" srcId="{6A92BEAA-1DBF-4816-BA16-D061521D503E}" destId="{C98B0CBD-167F-4D4B-B9D0-715FB81A0D41}" srcOrd="0" destOrd="0" presId="urn:microsoft.com/office/officeart/2018/2/layout/IconLabelList"/>
    <dgm:cxn modelId="{A3B95958-3D1C-4ED0-AA74-8CE0CA210216}" type="presOf" srcId="{466B87B1-57D8-4963-BE4B-4FB89BF364DD}" destId="{CA738EC0-CBE8-4C18-BAEA-C711EC2021A4}" srcOrd="0" destOrd="0" presId="urn:microsoft.com/office/officeart/2018/2/layout/IconLabelList"/>
    <dgm:cxn modelId="{1A7F5788-92B8-4D05-88FE-A0C75EE7CF61}" type="presOf" srcId="{5B610D80-043A-44B0-A22D-8FF5A9AA6A24}" destId="{9CB68A81-11D9-4A7A-A357-BE09CF01C6BB}" srcOrd="0" destOrd="0" presId="urn:microsoft.com/office/officeart/2018/2/layout/IconLabelList"/>
    <dgm:cxn modelId="{3F0B36DE-DF5B-4C38-9B7C-8354192B1209}" srcId="{01ECE6A8-2D66-4F97-8056-83A51CF5FC3E}" destId="{466B87B1-57D8-4963-BE4B-4FB89BF364DD}" srcOrd="3" destOrd="0" parTransId="{235199A9-7955-4749-AB22-DDC9F47D3372}" sibTransId="{CE57A016-EA8B-4C1C-AA53-FE8148001D8C}"/>
    <dgm:cxn modelId="{66D1C3E8-7E50-46EA-B6A4-F04C346F6919}" srcId="{01ECE6A8-2D66-4F97-8056-83A51CF5FC3E}" destId="{6A92BEAA-1DBF-4816-BA16-D061521D503E}" srcOrd="1" destOrd="0" parTransId="{49A328BB-1004-45FB-8DB6-85204397019B}" sibTransId="{1AE82E21-4931-474A-A465-A7CE98D9737D}"/>
    <dgm:cxn modelId="{21BF3E43-F885-4A5F-A24D-29980089FE33}" type="presParOf" srcId="{247DC97D-86C7-447E-B85E-A7BF180BB562}" destId="{92DF597B-4AC2-4C4F-81FD-2524276D3E91}" srcOrd="0" destOrd="0" presId="urn:microsoft.com/office/officeart/2018/2/layout/IconLabelList"/>
    <dgm:cxn modelId="{8C13D75D-C0A9-4926-A22C-67A59A06325E}" type="presParOf" srcId="{92DF597B-4AC2-4C4F-81FD-2524276D3E91}" destId="{93E076D2-B039-4976-B774-08048B3AFA9E}" srcOrd="0" destOrd="0" presId="urn:microsoft.com/office/officeart/2018/2/layout/IconLabelList"/>
    <dgm:cxn modelId="{82AFC6C9-6485-455C-A34B-6043453DEF1A}" type="presParOf" srcId="{92DF597B-4AC2-4C4F-81FD-2524276D3E91}" destId="{5A58F40A-5EA3-4F27-96E4-892E21B1D083}" srcOrd="1" destOrd="0" presId="urn:microsoft.com/office/officeart/2018/2/layout/IconLabelList"/>
    <dgm:cxn modelId="{59C5CC86-CE14-4317-8E10-DA993B736D00}" type="presParOf" srcId="{92DF597B-4AC2-4C4F-81FD-2524276D3E91}" destId="{F7B676F5-B32F-4764-9F15-F4B93D49DD78}" srcOrd="2" destOrd="0" presId="urn:microsoft.com/office/officeart/2018/2/layout/IconLabelList"/>
    <dgm:cxn modelId="{6A02F382-DA83-4237-A574-69F24E2160ED}" type="presParOf" srcId="{247DC97D-86C7-447E-B85E-A7BF180BB562}" destId="{CC67466E-2514-4023-A3A7-002BDC33EE80}" srcOrd="1" destOrd="0" presId="urn:microsoft.com/office/officeart/2018/2/layout/IconLabelList"/>
    <dgm:cxn modelId="{DC22D5B7-357B-49DE-9B19-75E207F8D562}" type="presParOf" srcId="{247DC97D-86C7-447E-B85E-A7BF180BB562}" destId="{992D95FA-633D-47AD-A9CF-763A1BD3C3DF}" srcOrd="2" destOrd="0" presId="urn:microsoft.com/office/officeart/2018/2/layout/IconLabelList"/>
    <dgm:cxn modelId="{7DFD0C9F-DFF0-4B66-9919-0D711FCC28BD}" type="presParOf" srcId="{992D95FA-633D-47AD-A9CF-763A1BD3C3DF}" destId="{36411DAB-E436-45C7-BAC3-84CAF67F6B19}" srcOrd="0" destOrd="0" presId="urn:microsoft.com/office/officeart/2018/2/layout/IconLabelList"/>
    <dgm:cxn modelId="{54F572E5-5AF0-451B-BA74-D961261E35F9}" type="presParOf" srcId="{992D95FA-633D-47AD-A9CF-763A1BD3C3DF}" destId="{8B60ADBE-7720-4D47-A4A0-BC1E2EC68276}" srcOrd="1" destOrd="0" presId="urn:microsoft.com/office/officeart/2018/2/layout/IconLabelList"/>
    <dgm:cxn modelId="{59D8ABFA-042B-4273-8CEB-3A4C349CDD07}" type="presParOf" srcId="{992D95FA-633D-47AD-A9CF-763A1BD3C3DF}" destId="{C98B0CBD-167F-4D4B-B9D0-715FB81A0D41}" srcOrd="2" destOrd="0" presId="urn:microsoft.com/office/officeart/2018/2/layout/IconLabelList"/>
    <dgm:cxn modelId="{A3CCE646-5FBA-4CFB-BD66-F61336E1812A}" type="presParOf" srcId="{247DC97D-86C7-447E-B85E-A7BF180BB562}" destId="{27446A26-F942-44E4-BBFF-0CB72E5E3A83}" srcOrd="3" destOrd="0" presId="urn:microsoft.com/office/officeart/2018/2/layout/IconLabelList"/>
    <dgm:cxn modelId="{3FEDE61A-8B0C-4A7A-89D6-94625324542B}" type="presParOf" srcId="{247DC97D-86C7-447E-B85E-A7BF180BB562}" destId="{7C3B2AA8-2146-4CB6-BA1B-981B3C8E8BB6}" srcOrd="4" destOrd="0" presId="urn:microsoft.com/office/officeart/2018/2/layout/IconLabelList"/>
    <dgm:cxn modelId="{F2DC0CF2-9F96-4FB5-9003-2063ED9B3486}" type="presParOf" srcId="{7C3B2AA8-2146-4CB6-BA1B-981B3C8E8BB6}" destId="{B9EDCF20-87A1-46FC-8DDB-AAAB12D74AFE}" srcOrd="0" destOrd="0" presId="urn:microsoft.com/office/officeart/2018/2/layout/IconLabelList"/>
    <dgm:cxn modelId="{72CC97A0-DF91-4A1E-87BA-C34D52764A43}" type="presParOf" srcId="{7C3B2AA8-2146-4CB6-BA1B-981B3C8E8BB6}" destId="{EC7A5515-5D93-4102-AF87-F14D1F1AD888}" srcOrd="1" destOrd="0" presId="urn:microsoft.com/office/officeart/2018/2/layout/IconLabelList"/>
    <dgm:cxn modelId="{023C05EF-1B3C-4E6D-9EB9-B0CE73F65E90}" type="presParOf" srcId="{7C3B2AA8-2146-4CB6-BA1B-981B3C8E8BB6}" destId="{9CB68A81-11D9-4A7A-A357-BE09CF01C6BB}" srcOrd="2" destOrd="0" presId="urn:microsoft.com/office/officeart/2018/2/layout/IconLabelList"/>
    <dgm:cxn modelId="{534038E8-A60D-4D57-B76A-B4212B625806}" type="presParOf" srcId="{247DC97D-86C7-447E-B85E-A7BF180BB562}" destId="{60B2CC7E-B762-4A79-ABD1-BB10320CA541}" srcOrd="5" destOrd="0" presId="urn:microsoft.com/office/officeart/2018/2/layout/IconLabelList"/>
    <dgm:cxn modelId="{1F013DAA-B917-47D6-9AE5-B3AD58C30123}" type="presParOf" srcId="{247DC97D-86C7-447E-B85E-A7BF180BB562}" destId="{3F14BC96-5510-4251-BD84-F29AF4334A06}" srcOrd="6" destOrd="0" presId="urn:microsoft.com/office/officeart/2018/2/layout/IconLabelList"/>
    <dgm:cxn modelId="{22E8F430-1FA4-4B83-8993-0D218097EDAB}" type="presParOf" srcId="{3F14BC96-5510-4251-BD84-F29AF4334A06}" destId="{F182ADB9-3821-4AE4-978F-D71FEF1FDB31}" srcOrd="0" destOrd="0" presId="urn:microsoft.com/office/officeart/2018/2/layout/IconLabelList"/>
    <dgm:cxn modelId="{450EFD88-6D59-407C-8D1F-057EB0D338C0}" type="presParOf" srcId="{3F14BC96-5510-4251-BD84-F29AF4334A06}" destId="{9821BDE5-8A6B-4423-B1BD-99A24C8D9E41}" srcOrd="1" destOrd="0" presId="urn:microsoft.com/office/officeart/2018/2/layout/IconLabelList"/>
    <dgm:cxn modelId="{B590C431-D6A8-4FAE-85B2-548CDCF8516A}" type="presParOf" srcId="{3F14BC96-5510-4251-BD84-F29AF4334A06}" destId="{CA738EC0-CBE8-4C18-BAEA-C711EC2021A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A8321A-FAEA-48CD-8674-69CC008B0E7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9EAB6AAD-FD82-4E39-BE7C-6ABFEB8ABEC6}">
      <dgm:prSet/>
      <dgm:spPr/>
      <dgm:t>
        <a:bodyPr/>
        <a:lstStyle/>
        <a:p>
          <a:r>
            <a:rPr lang="en-IN"/>
            <a:t>Campaign</a:t>
          </a:r>
          <a:endParaRPr lang="en-US"/>
        </a:p>
      </dgm:t>
    </dgm:pt>
    <dgm:pt modelId="{E7554902-0A0F-43AC-81AD-32FF87A4D996}" type="parTrans" cxnId="{FFEB9907-6322-403E-B078-30267EFAA345}">
      <dgm:prSet/>
      <dgm:spPr/>
      <dgm:t>
        <a:bodyPr/>
        <a:lstStyle/>
        <a:p>
          <a:endParaRPr lang="en-US"/>
        </a:p>
      </dgm:t>
    </dgm:pt>
    <dgm:pt modelId="{DB45D1A0-B333-4793-8A7F-C02FEC73B993}" type="sibTrans" cxnId="{FFEB9907-6322-403E-B078-30267EFAA345}">
      <dgm:prSet/>
      <dgm:spPr/>
      <dgm:t>
        <a:bodyPr/>
        <a:lstStyle/>
        <a:p>
          <a:endParaRPr lang="en-US"/>
        </a:p>
      </dgm:t>
    </dgm:pt>
    <dgm:pt modelId="{01982F86-630B-41E6-8B0B-93F6D11485C2}">
      <dgm:prSet/>
      <dgm:spPr/>
      <dgm:t>
        <a:bodyPr/>
        <a:lstStyle/>
        <a:p>
          <a:r>
            <a:rPr lang="en-IN"/>
            <a:t>Contribute</a:t>
          </a:r>
          <a:endParaRPr lang="en-US"/>
        </a:p>
      </dgm:t>
    </dgm:pt>
    <dgm:pt modelId="{54B5A9A5-312D-4CFA-943C-C32A2308B6C8}" type="parTrans" cxnId="{68F07E01-44E5-489C-A984-AF0360DB0119}">
      <dgm:prSet/>
      <dgm:spPr/>
      <dgm:t>
        <a:bodyPr/>
        <a:lstStyle/>
        <a:p>
          <a:endParaRPr lang="en-US"/>
        </a:p>
      </dgm:t>
    </dgm:pt>
    <dgm:pt modelId="{B344C854-EF73-45C5-9123-AB34C09AE0DC}" type="sibTrans" cxnId="{68F07E01-44E5-489C-A984-AF0360DB0119}">
      <dgm:prSet/>
      <dgm:spPr/>
      <dgm:t>
        <a:bodyPr/>
        <a:lstStyle/>
        <a:p>
          <a:endParaRPr lang="en-US"/>
        </a:p>
      </dgm:t>
    </dgm:pt>
    <dgm:pt modelId="{02F7BAA4-BF1B-48C9-A7D0-A969E45C9339}">
      <dgm:prSet/>
      <dgm:spPr/>
      <dgm:t>
        <a:bodyPr/>
        <a:lstStyle/>
        <a:p>
          <a:r>
            <a:rPr lang="en-IN"/>
            <a:t>Create Request</a:t>
          </a:r>
          <a:endParaRPr lang="en-US"/>
        </a:p>
      </dgm:t>
    </dgm:pt>
    <dgm:pt modelId="{494835EE-3E96-4BCE-84FC-AA0D5B9650A8}" type="parTrans" cxnId="{4C0EAE39-A590-479A-AD8B-216D841D3F1F}">
      <dgm:prSet/>
      <dgm:spPr/>
      <dgm:t>
        <a:bodyPr/>
        <a:lstStyle/>
        <a:p>
          <a:endParaRPr lang="en-US"/>
        </a:p>
      </dgm:t>
    </dgm:pt>
    <dgm:pt modelId="{185FBDDF-7D5F-4C04-B79E-C3AFD2FB29D9}" type="sibTrans" cxnId="{4C0EAE39-A590-479A-AD8B-216D841D3F1F}">
      <dgm:prSet/>
      <dgm:spPr/>
      <dgm:t>
        <a:bodyPr/>
        <a:lstStyle/>
        <a:p>
          <a:endParaRPr lang="en-US"/>
        </a:p>
      </dgm:t>
    </dgm:pt>
    <dgm:pt modelId="{88CB9892-2DEF-4C6C-BFF6-6E346BDEBE2C}">
      <dgm:prSet/>
      <dgm:spPr/>
      <dgm:t>
        <a:bodyPr/>
        <a:lstStyle/>
        <a:p>
          <a:r>
            <a:rPr lang="en-IN"/>
            <a:t>Approve request</a:t>
          </a:r>
          <a:endParaRPr lang="en-US"/>
        </a:p>
      </dgm:t>
    </dgm:pt>
    <dgm:pt modelId="{F00E5F47-1A4F-470B-A13B-44E956E53A1B}" type="parTrans" cxnId="{2CE52A89-B2E5-4151-A495-598E4D1CECFE}">
      <dgm:prSet/>
      <dgm:spPr/>
      <dgm:t>
        <a:bodyPr/>
        <a:lstStyle/>
        <a:p>
          <a:endParaRPr lang="en-US"/>
        </a:p>
      </dgm:t>
    </dgm:pt>
    <dgm:pt modelId="{CD846498-62BD-4425-BBAB-147E39C920F9}" type="sibTrans" cxnId="{2CE52A89-B2E5-4151-A495-598E4D1CECFE}">
      <dgm:prSet/>
      <dgm:spPr/>
      <dgm:t>
        <a:bodyPr/>
        <a:lstStyle/>
        <a:p>
          <a:endParaRPr lang="en-US"/>
        </a:p>
      </dgm:t>
    </dgm:pt>
    <dgm:pt modelId="{BC9C2ED0-5EC2-4B50-BAAF-3BF27012600D}">
      <dgm:prSet/>
      <dgm:spPr/>
      <dgm:t>
        <a:bodyPr/>
        <a:lstStyle/>
        <a:p>
          <a:r>
            <a:rPr lang="en-IN"/>
            <a:t>Finalize request</a:t>
          </a:r>
          <a:endParaRPr lang="en-US"/>
        </a:p>
      </dgm:t>
    </dgm:pt>
    <dgm:pt modelId="{83D17C13-011B-4B42-A2B8-6DFFA55FC1F3}" type="parTrans" cxnId="{95246141-0EA7-46E9-9181-BF15D7C01338}">
      <dgm:prSet/>
      <dgm:spPr/>
      <dgm:t>
        <a:bodyPr/>
        <a:lstStyle/>
        <a:p>
          <a:endParaRPr lang="en-US"/>
        </a:p>
      </dgm:t>
    </dgm:pt>
    <dgm:pt modelId="{C5138A4D-F698-42EC-A4EB-CE0A3AD46FDA}" type="sibTrans" cxnId="{95246141-0EA7-46E9-9181-BF15D7C01338}">
      <dgm:prSet/>
      <dgm:spPr/>
      <dgm:t>
        <a:bodyPr/>
        <a:lstStyle/>
        <a:p>
          <a:endParaRPr lang="en-US"/>
        </a:p>
      </dgm:t>
    </dgm:pt>
    <dgm:pt modelId="{22F254F4-D168-4D8C-87D2-16D81F6063A5}" type="pres">
      <dgm:prSet presAssocID="{C7A8321A-FAEA-48CD-8674-69CC008B0E7F}" presName="hierChild1" presStyleCnt="0">
        <dgm:presLayoutVars>
          <dgm:chPref val="1"/>
          <dgm:dir/>
          <dgm:animOne val="branch"/>
          <dgm:animLvl val="lvl"/>
          <dgm:resizeHandles/>
        </dgm:presLayoutVars>
      </dgm:prSet>
      <dgm:spPr/>
    </dgm:pt>
    <dgm:pt modelId="{63225DC1-8C0E-4716-8904-7C70771B24E7}" type="pres">
      <dgm:prSet presAssocID="{9EAB6AAD-FD82-4E39-BE7C-6ABFEB8ABEC6}" presName="hierRoot1" presStyleCnt="0"/>
      <dgm:spPr/>
    </dgm:pt>
    <dgm:pt modelId="{3E9CFA6A-9C1D-434A-AD6A-8569A87659F2}" type="pres">
      <dgm:prSet presAssocID="{9EAB6AAD-FD82-4E39-BE7C-6ABFEB8ABEC6}" presName="composite" presStyleCnt="0"/>
      <dgm:spPr/>
    </dgm:pt>
    <dgm:pt modelId="{3AA5047B-26A0-4CDD-BAD7-39499E3352AA}" type="pres">
      <dgm:prSet presAssocID="{9EAB6AAD-FD82-4E39-BE7C-6ABFEB8ABEC6}" presName="background" presStyleLbl="node0" presStyleIdx="0" presStyleCnt="5"/>
      <dgm:spPr/>
    </dgm:pt>
    <dgm:pt modelId="{D368A666-581B-49E3-8142-5C1A3712F245}" type="pres">
      <dgm:prSet presAssocID="{9EAB6AAD-FD82-4E39-BE7C-6ABFEB8ABEC6}" presName="text" presStyleLbl="fgAcc0" presStyleIdx="0" presStyleCnt="5">
        <dgm:presLayoutVars>
          <dgm:chPref val="3"/>
        </dgm:presLayoutVars>
      </dgm:prSet>
      <dgm:spPr/>
    </dgm:pt>
    <dgm:pt modelId="{1B62B36F-7347-4FC0-88B3-EF7C7E7FD9B5}" type="pres">
      <dgm:prSet presAssocID="{9EAB6AAD-FD82-4E39-BE7C-6ABFEB8ABEC6}" presName="hierChild2" presStyleCnt="0"/>
      <dgm:spPr/>
    </dgm:pt>
    <dgm:pt modelId="{9D53BC5F-D848-4A7A-A74A-76233AEEE34C}" type="pres">
      <dgm:prSet presAssocID="{01982F86-630B-41E6-8B0B-93F6D11485C2}" presName="hierRoot1" presStyleCnt="0"/>
      <dgm:spPr/>
    </dgm:pt>
    <dgm:pt modelId="{0354744E-BC76-4B3F-A0B1-517431C89A51}" type="pres">
      <dgm:prSet presAssocID="{01982F86-630B-41E6-8B0B-93F6D11485C2}" presName="composite" presStyleCnt="0"/>
      <dgm:spPr/>
    </dgm:pt>
    <dgm:pt modelId="{59B32F85-901C-43DE-85FB-9F866CC10456}" type="pres">
      <dgm:prSet presAssocID="{01982F86-630B-41E6-8B0B-93F6D11485C2}" presName="background" presStyleLbl="node0" presStyleIdx="1" presStyleCnt="5"/>
      <dgm:spPr/>
    </dgm:pt>
    <dgm:pt modelId="{3FDCEB12-D3C5-4DF0-B185-4E110C8542F8}" type="pres">
      <dgm:prSet presAssocID="{01982F86-630B-41E6-8B0B-93F6D11485C2}" presName="text" presStyleLbl="fgAcc0" presStyleIdx="1" presStyleCnt="5">
        <dgm:presLayoutVars>
          <dgm:chPref val="3"/>
        </dgm:presLayoutVars>
      </dgm:prSet>
      <dgm:spPr/>
    </dgm:pt>
    <dgm:pt modelId="{9E5F27BF-2E60-419F-B4BF-40909C94891E}" type="pres">
      <dgm:prSet presAssocID="{01982F86-630B-41E6-8B0B-93F6D11485C2}" presName="hierChild2" presStyleCnt="0"/>
      <dgm:spPr/>
    </dgm:pt>
    <dgm:pt modelId="{3BCC5370-29C5-4728-8B9A-881CD688D40E}" type="pres">
      <dgm:prSet presAssocID="{02F7BAA4-BF1B-48C9-A7D0-A969E45C9339}" presName="hierRoot1" presStyleCnt="0"/>
      <dgm:spPr/>
    </dgm:pt>
    <dgm:pt modelId="{3BF90CA3-B664-4791-A9CD-3A62AD7D8A61}" type="pres">
      <dgm:prSet presAssocID="{02F7BAA4-BF1B-48C9-A7D0-A969E45C9339}" presName="composite" presStyleCnt="0"/>
      <dgm:spPr/>
    </dgm:pt>
    <dgm:pt modelId="{4F9856CA-81DE-4DC2-9E60-B69CED1D069F}" type="pres">
      <dgm:prSet presAssocID="{02F7BAA4-BF1B-48C9-A7D0-A969E45C9339}" presName="background" presStyleLbl="node0" presStyleIdx="2" presStyleCnt="5"/>
      <dgm:spPr/>
    </dgm:pt>
    <dgm:pt modelId="{241ACE39-1073-4DE3-BC49-71C3BF7EE753}" type="pres">
      <dgm:prSet presAssocID="{02F7BAA4-BF1B-48C9-A7D0-A969E45C9339}" presName="text" presStyleLbl="fgAcc0" presStyleIdx="2" presStyleCnt="5">
        <dgm:presLayoutVars>
          <dgm:chPref val="3"/>
        </dgm:presLayoutVars>
      </dgm:prSet>
      <dgm:spPr/>
    </dgm:pt>
    <dgm:pt modelId="{9F2D324D-5A73-41AA-BA86-8BBD927E61E2}" type="pres">
      <dgm:prSet presAssocID="{02F7BAA4-BF1B-48C9-A7D0-A969E45C9339}" presName="hierChild2" presStyleCnt="0"/>
      <dgm:spPr/>
    </dgm:pt>
    <dgm:pt modelId="{77EB9B52-DBDA-4B1A-8F69-E629DB35B767}" type="pres">
      <dgm:prSet presAssocID="{88CB9892-2DEF-4C6C-BFF6-6E346BDEBE2C}" presName="hierRoot1" presStyleCnt="0"/>
      <dgm:spPr/>
    </dgm:pt>
    <dgm:pt modelId="{BA64CADC-80BC-4B8B-9A05-DE23512A61D0}" type="pres">
      <dgm:prSet presAssocID="{88CB9892-2DEF-4C6C-BFF6-6E346BDEBE2C}" presName="composite" presStyleCnt="0"/>
      <dgm:spPr/>
    </dgm:pt>
    <dgm:pt modelId="{1F34B797-4475-4A94-8F5E-B3A245FE34A7}" type="pres">
      <dgm:prSet presAssocID="{88CB9892-2DEF-4C6C-BFF6-6E346BDEBE2C}" presName="background" presStyleLbl="node0" presStyleIdx="3" presStyleCnt="5"/>
      <dgm:spPr/>
    </dgm:pt>
    <dgm:pt modelId="{8FA39CCE-8EA6-4BC8-B795-234CDAE09924}" type="pres">
      <dgm:prSet presAssocID="{88CB9892-2DEF-4C6C-BFF6-6E346BDEBE2C}" presName="text" presStyleLbl="fgAcc0" presStyleIdx="3" presStyleCnt="5">
        <dgm:presLayoutVars>
          <dgm:chPref val="3"/>
        </dgm:presLayoutVars>
      </dgm:prSet>
      <dgm:spPr/>
    </dgm:pt>
    <dgm:pt modelId="{E438D95F-A33D-4F01-B066-E3D8D8D52DF9}" type="pres">
      <dgm:prSet presAssocID="{88CB9892-2DEF-4C6C-BFF6-6E346BDEBE2C}" presName="hierChild2" presStyleCnt="0"/>
      <dgm:spPr/>
    </dgm:pt>
    <dgm:pt modelId="{117E0D6E-30A0-4646-A260-50042003BCE2}" type="pres">
      <dgm:prSet presAssocID="{BC9C2ED0-5EC2-4B50-BAAF-3BF27012600D}" presName="hierRoot1" presStyleCnt="0"/>
      <dgm:spPr/>
    </dgm:pt>
    <dgm:pt modelId="{08D27CA8-CB81-4952-B473-650DD0827DA9}" type="pres">
      <dgm:prSet presAssocID="{BC9C2ED0-5EC2-4B50-BAAF-3BF27012600D}" presName="composite" presStyleCnt="0"/>
      <dgm:spPr/>
    </dgm:pt>
    <dgm:pt modelId="{BBCBE796-37E4-4E4B-BC17-30CDB9AD348A}" type="pres">
      <dgm:prSet presAssocID="{BC9C2ED0-5EC2-4B50-BAAF-3BF27012600D}" presName="background" presStyleLbl="node0" presStyleIdx="4" presStyleCnt="5"/>
      <dgm:spPr/>
    </dgm:pt>
    <dgm:pt modelId="{DF550087-8AAD-4CA8-844F-8510B4F45DF7}" type="pres">
      <dgm:prSet presAssocID="{BC9C2ED0-5EC2-4B50-BAAF-3BF27012600D}" presName="text" presStyleLbl="fgAcc0" presStyleIdx="4" presStyleCnt="5">
        <dgm:presLayoutVars>
          <dgm:chPref val="3"/>
        </dgm:presLayoutVars>
      </dgm:prSet>
      <dgm:spPr/>
    </dgm:pt>
    <dgm:pt modelId="{1F3A424F-87F9-45FC-B986-B97AD0788664}" type="pres">
      <dgm:prSet presAssocID="{BC9C2ED0-5EC2-4B50-BAAF-3BF27012600D}" presName="hierChild2" presStyleCnt="0"/>
      <dgm:spPr/>
    </dgm:pt>
  </dgm:ptLst>
  <dgm:cxnLst>
    <dgm:cxn modelId="{68F07E01-44E5-489C-A984-AF0360DB0119}" srcId="{C7A8321A-FAEA-48CD-8674-69CC008B0E7F}" destId="{01982F86-630B-41E6-8B0B-93F6D11485C2}" srcOrd="1" destOrd="0" parTransId="{54B5A9A5-312D-4CFA-943C-C32A2308B6C8}" sibTransId="{B344C854-EF73-45C5-9123-AB34C09AE0DC}"/>
    <dgm:cxn modelId="{FFEB9907-6322-403E-B078-30267EFAA345}" srcId="{C7A8321A-FAEA-48CD-8674-69CC008B0E7F}" destId="{9EAB6AAD-FD82-4E39-BE7C-6ABFEB8ABEC6}" srcOrd="0" destOrd="0" parTransId="{E7554902-0A0F-43AC-81AD-32FF87A4D996}" sibTransId="{DB45D1A0-B333-4793-8A7F-C02FEC73B993}"/>
    <dgm:cxn modelId="{18FFE71D-06C2-4AB5-9CD3-AD5A963049B1}" type="presOf" srcId="{02F7BAA4-BF1B-48C9-A7D0-A969E45C9339}" destId="{241ACE39-1073-4DE3-BC49-71C3BF7EE753}" srcOrd="0" destOrd="0" presId="urn:microsoft.com/office/officeart/2005/8/layout/hierarchy1"/>
    <dgm:cxn modelId="{60718326-536A-493D-A073-4CF883D98B46}" type="presOf" srcId="{BC9C2ED0-5EC2-4B50-BAAF-3BF27012600D}" destId="{DF550087-8AAD-4CA8-844F-8510B4F45DF7}" srcOrd="0" destOrd="0" presId="urn:microsoft.com/office/officeart/2005/8/layout/hierarchy1"/>
    <dgm:cxn modelId="{FD9F0D34-74C1-4A76-938F-8C3BD28D2282}" type="presOf" srcId="{01982F86-630B-41E6-8B0B-93F6D11485C2}" destId="{3FDCEB12-D3C5-4DF0-B185-4E110C8542F8}" srcOrd="0" destOrd="0" presId="urn:microsoft.com/office/officeart/2005/8/layout/hierarchy1"/>
    <dgm:cxn modelId="{4C0EAE39-A590-479A-AD8B-216D841D3F1F}" srcId="{C7A8321A-FAEA-48CD-8674-69CC008B0E7F}" destId="{02F7BAA4-BF1B-48C9-A7D0-A969E45C9339}" srcOrd="2" destOrd="0" parTransId="{494835EE-3E96-4BCE-84FC-AA0D5B9650A8}" sibTransId="{185FBDDF-7D5F-4C04-B79E-C3AFD2FB29D9}"/>
    <dgm:cxn modelId="{95246141-0EA7-46E9-9181-BF15D7C01338}" srcId="{C7A8321A-FAEA-48CD-8674-69CC008B0E7F}" destId="{BC9C2ED0-5EC2-4B50-BAAF-3BF27012600D}" srcOrd="4" destOrd="0" parTransId="{83D17C13-011B-4B42-A2B8-6DFFA55FC1F3}" sibTransId="{C5138A4D-F698-42EC-A4EB-CE0A3AD46FDA}"/>
    <dgm:cxn modelId="{2CE52A89-B2E5-4151-A495-598E4D1CECFE}" srcId="{C7A8321A-FAEA-48CD-8674-69CC008B0E7F}" destId="{88CB9892-2DEF-4C6C-BFF6-6E346BDEBE2C}" srcOrd="3" destOrd="0" parTransId="{F00E5F47-1A4F-470B-A13B-44E956E53A1B}" sibTransId="{CD846498-62BD-4425-BBAB-147E39C920F9}"/>
    <dgm:cxn modelId="{D0050295-D700-42F4-A056-96D5205C57D2}" type="presOf" srcId="{C7A8321A-FAEA-48CD-8674-69CC008B0E7F}" destId="{22F254F4-D168-4D8C-87D2-16D81F6063A5}" srcOrd="0" destOrd="0" presId="urn:microsoft.com/office/officeart/2005/8/layout/hierarchy1"/>
    <dgm:cxn modelId="{C3BF639E-72D3-4479-AB61-FEFA62E86880}" type="presOf" srcId="{9EAB6AAD-FD82-4E39-BE7C-6ABFEB8ABEC6}" destId="{D368A666-581B-49E3-8142-5C1A3712F245}" srcOrd="0" destOrd="0" presId="urn:microsoft.com/office/officeart/2005/8/layout/hierarchy1"/>
    <dgm:cxn modelId="{44BE7CEB-1F8F-4024-B5F6-CDBA191808F7}" type="presOf" srcId="{88CB9892-2DEF-4C6C-BFF6-6E346BDEBE2C}" destId="{8FA39CCE-8EA6-4BC8-B795-234CDAE09924}" srcOrd="0" destOrd="0" presId="urn:microsoft.com/office/officeart/2005/8/layout/hierarchy1"/>
    <dgm:cxn modelId="{DAB19A14-BFB6-402F-B107-22538221DA94}" type="presParOf" srcId="{22F254F4-D168-4D8C-87D2-16D81F6063A5}" destId="{63225DC1-8C0E-4716-8904-7C70771B24E7}" srcOrd="0" destOrd="0" presId="urn:microsoft.com/office/officeart/2005/8/layout/hierarchy1"/>
    <dgm:cxn modelId="{4EC99A18-430F-41AE-9157-34A03B17074D}" type="presParOf" srcId="{63225DC1-8C0E-4716-8904-7C70771B24E7}" destId="{3E9CFA6A-9C1D-434A-AD6A-8569A87659F2}" srcOrd="0" destOrd="0" presId="urn:microsoft.com/office/officeart/2005/8/layout/hierarchy1"/>
    <dgm:cxn modelId="{38D951DF-276F-4C61-BD8D-0A35EC74C0BD}" type="presParOf" srcId="{3E9CFA6A-9C1D-434A-AD6A-8569A87659F2}" destId="{3AA5047B-26A0-4CDD-BAD7-39499E3352AA}" srcOrd="0" destOrd="0" presId="urn:microsoft.com/office/officeart/2005/8/layout/hierarchy1"/>
    <dgm:cxn modelId="{78CB295B-D4B8-45CC-AC41-10BE667A4601}" type="presParOf" srcId="{3E9CFA6A-9C1D-434A-AD6A-8569A87659F2}" destId="{D368A666-581B-49E3-8142-5C1A3712F245}" srcOrd="1" destOrd="0" presId="urn:microsoft.com/office/officeart/2005/8/layout/hierarchy1"/>
    <dgm:cxn modelId="{A8385E6F-ED57-44AB-9647-558D123DE640}" type="presParOf" srcId="{63225DC1-8C0E-4716-8904-7C70771B24E7}" destId="{1B62B36F-7347-4FC0-88B3-EF7C7E7FD9B5}" srcOrd="1" destOrd="0" presId="urn:microsoft.com/office/officeart/2005/8/layout/hierarchy1"/>
    <dgm:cxn modelId="{005E9B5D-3FA6-4B23-B6BD-12C2D4D9F5DA}" type="presParOf" srcId="{22F254F4-D168-4D8C-87D2-16D81F6063A5}" destId="{9D53BC5F-D848-4A7A-A74A-76233AEEE34C}" srcOrd="1" destOrd="0" presId="urn:microsoft.com/office/officeart/2005/8/layout/hierarchy1"/>
    <dgm:cxn modelId="{6ABFC15A-E9CB-4B19-A4D4-1DFFD1670CDA}" type="presParOf" srcId="{9D53BC5F-D848-4A7A-A74A-76233AEEE34C}" destId="{0354744E-BC76-4B3F-A0B1-517431C89A51}" srcOrd="0" destOrd="0" presId="urn:microsoft.com/office/officeart/2005/8/layout/hierarchy1"/>
    <dgm:cxn modelId="{5B2FD8B8-4AE5-4C0F-BE80-60036A9A4E63}" type="presParOf" srcId="{0354744E-BC76-4B3F-A0B1-517431C89A51}" destId="{59B32F85-901C-43DE-85FB-9F866CC10456}" srcOrd="0" destOrd="0" presId="urn:microsoft.com/office/officeart/2005/8/layout/hierarchy1"/>
    <dgm:cxn modelId="{5D9EF4FC-2097-4649-83DE-27153258639A}" type="presParOf" srcId="{0354744E-BC76-4B3F-A0B1-517431C89A51}" destId="{3FDCEB12-D3C5-4DF0-B185-4E110C8542F8}" srcOrd="1" destOrd="0" presId="urn:microsoft.com/office/officeart/2005/8/layout/hierarchy1"/>
    <dgm:cxn modelId="{435AC853-5082-44A5-A169-65BF366ED522}" type="presParOf" srcId="{9D53BC5F-D848-4A7A-A74A-76233AEEE34C}" destId="{9E5F27BF-2E60-419F-B4BF-40909C94891E}" srcOrd="1" destOrd="0" presId="urn:microsoft.com/office/officeart/2005/8/layout/hierarchy1"/>
    <dgm:cxn modelId="{DCE8A3F3-58F7-4978-B21F-7E3D7A14E62D}" type="presParOf" srcId="{22F254F4-D168-4D8C-87D2-16D81F6063A5}" destId="{3BCC5370-29C5-4728-8B9A-881CD688D40E}" srcOrd="2" destOrd="0" presId="urn:microsoft.com/office/officeart/2005/8/layout/hierarchy1"/>
    <dgm:cxn modelId="{6FA7ED89-4488-4E05-A449-F372C00158A0}" type="presParOf" srcId="{3BCC5370-29C5-4728-8B9A-881CD688D40E}" destId="{3BF90CA3-B664-4791-A9CD-3A62AD7D8A61}" srcOrd="0" destOrd="0" presId="urn:microsoft.com/office/officeart/2005/8/layout/hierarchy1"/>
    <dgm:cxn modelId="{ECB6F34E-169A-459B-8C08-11084FA3C2AE}" type="presParOf" srcId="{3BF90CA3-B664-4791-A9CD-3A62AD7D8A61}" destId="{4F9856CA-81DE-4DC2-9E60-B69CED1D069F}" srcOrd="0" destOrd="0" presId="urn:microsoft.com/office/officeart/2005/8/layout/hierarchy1"/>
    <dgm:cxn modelId="{43FB873F-8A1F-49EE-A6C1-23690FEE4BD8}" type="presParOf" srcId="{3BF90CA3-B664-4791-A9CD-3A62AD7D8A61}" destId="{241ACE39-1073-4DE3-BC49-71C3BF7EE753}" srcOrd="1" destOrd="0" presId="urn:microsoft.com/office/officeart/2005/8/layout/hierarchy1"/>
    <dgm:cxn modelId="{339FDEF3-8BF7-4FF7-B903-D6218EAEA440}" type="presParOf" srcId="{3BCC5370-29C5-4728-8B9A-881CD688D40E}" destId="{9F2D324D-5A73-41AA-BA86-8BBD927E61E2}" srcOrd="1" destOrd="0" presId="urn:microsoft.com/office/officeart/2005/8/layout/hierarchy1"/>
    <dgm:cxn modelId="{9D346B89-CE03-40E4-AF89-37EB47FD2104}" type="presParOf" srcId="{22F254F4-D168-4D8C-87D2-16D81F6063A5}" destId="{77EB9B52-DBDA-4B1A-8F69-E629DB35B767}" srcOrd="3" destOrd="0" presId="urn:microsoft.com/office/officeart/2005/8/layout/hierarchy1"/>
    <dgm:cxn modelId="{6A754524-7C23-4F38-B318-87C191037A77}" type="presParOf" srcId="{77EB9B52-DBDA-4B1A-8F69-E629DB35B767}" destId="{BA64CADC-80BC-4B8B-9A05-DE23512A61D0}" srcOrd="0" destOrd="0" presId="urn:microsoft.com/office/officeart/2005/8/layout/hierarchy1"/>
    <dgm:cxn modelId="{92DD78A1-ADDC-4C28-90C9-0A176DC024C9}" type="presParOf" srcId="{BA64CADC-80BC-4B8B-9A05-DE23512A61D0}" destId="{1F34B797-4475-4A94-8F5E-B3A245FE34A7}" srcOrd="0" destOrd="0" presId="urn:microsoft.com/office/officeart/2005/8/layout/hierarchy1"/>
    <dgm:cxn modelId="{DC1361C5-0AAE-4AD1-8300-BCE1BDFAC0E8}" type="presParOf" srcId="{BA64CADC-80BC-4B8B-9A05-DE23512A61D0}" destId="{8FA39CCE-8EA6-4BC8-B795-234CDAE09924}" srcOrd="1" destOrd="0" presId="urn:microsoft.com/office/officeart/2005/8/layout/hierarchy1"/>
    <dgm:cxn modelId="{2D736155-0A68-41F9-8A4C-4F854035C428}" type="presParOf" srcId="{77EB9B52-DBDA-4B1A-8F69-E629DB35B767}" destId="{E438D95F-A33D-4F01-B066-E3D8D8D52DF9}" srcOrd="1" destOrd="0" presId="urn:microsoft.com/office/officeart/2005/8/layout/hierarchy1"/>
    <dgm:cxn modelId="{7AC47F81-AC64-412D-8933-B9B2090AA9C1}" type="presParOf" srcId="{22F254F4-D168-4D8C-87D2-16D81F6063A5}" destId="{117E0D6E-30A0-4646-A260-50042003BCE2}" srcOrd="4" destOrd="0" presId="urn:microsoft.com/office/officeart/2005/8/layout/hierarchy1"/>
    <dgm:cxn modelId="{2A7303E8-7809-4B61-A5A3-002D2FBECF12}" type="presParOf" srcId="{117E0D6E-30A0-4646-A260-50042003BCE2}" destId="{08D27CA8-CB81-4952-B473-650DD0827DA9}" srcOrd="0" destOrd="0" presId="urn:microsoft.com/office/officeart/2005/8/layout/hierarchy1"/>
    <dgm:cxn modelId="{2E83CBAA-8006-4472-A13E-D29AE2285330}" type="presParOf" srcId="{08D27CA8-CB81-4952-B473-650DD0827DA9}" destId="{BBCBE796-37E4-4E4B-BC17-30CDB9AD348A}" srcOrd="0" destOrd="0" presId="urn:microsoft.com/office/officeart/2005/8/layout/hierarchy1"/>
    <dgm:cxn modelId="{3B8BC596-458F-4A63-95CA-34385B81F750}" type="presParOf" srcId="{08D27CA8-CB81-4952-B473-650DD0827DA9}" destId="{DF550087-8AAD-4CA8-844F-8510B4F45DF7}" srcOrd="1" destOrd="0" presId="urn:microsoft.com/office/officeart/2005/8/layout/hierarchy1"/>
    <dgm:cxn modelId="{01371CEA-CF97-449D-8A51-4EB8642EC509}" type="presParOf" srcId="{117E0D6E-30A0-4646-A260-50042003BCE2}" destId="{1F3A424F-87F9-45FC-B986-B97AD0788664}" srcOrd="1" destOrd="0" presId="urn:microsoft.com/office/officeart/2005/8/layout/hierarchy1"/>
  </dgm:cxnLst>
  <dgm:bg>
    <a:pattFill prst="pct5">
      <a:fgClr>
        <a:schemeClr val="accent1"/>
      </a:fgClr>
      <a:bgClr>
        <a:srgbClr val="FF0000"/>
      </a:bgClr>
    </a:patt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458084-C210-48DD-9AF2-2CA3FE1AA413}">
      <dsp:nvSpPr>
        <dsp:cNvPr id="0" name=""/>
        <dsp:cNvSpPr/>
      </dsp:nvSpPr>
      <dsp:spPr>
        <a:xfrm>
          <a:off x="0" y="485855"/>
          <a:ext cx="6364224" cy="781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06B8D1-9A00-4332-A4CF-92C274E7BC0C}">
      <dsp:nvSpPr>
        <dsp:cNvPr id="0" name=""/>
        <dsp:cNvSpPr/>
      </dsp:nvSpPr>
      <dsp:spPr>
        <a:xfrm>
          <a:off x="318211" y="28295"/>
          <a:ext cx="4454956" cy="9151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377950">
            <a:lnSpc>
              <a:spcPct val="90000"/>
            </a:lnSpc>
            <a:spcBef>
              <a:spcPct val="0"/>
            </a:spcBef>
            <a:spcAft>
              <a:spcPct val="35000"/>
            </a:spcAft>
            <a:buNone/>
          </a:pPr>
          <a:r>
            <a:rPr lang="en-IN" sz="3100" kern="1200"/>
            <a:t>Blockchain</a:t>
          </a:r>
          <a:endParaRPr lang="en-US" sz="3100" kern="1200"/>
        </a:p>
      </dsp:txBody>
      <dsp:txXfrm>
        <a:off x="362883" y="72967"/>
        <a:ext cx="4365612" cy="825776"/>
      </dsp:txXfrm>
    </dsp:sp>
    <dsp:sp modelId="{64C818A0-9552-45A1-ADE7-0B6D26449F45}">
      <dsp:nvSpPr>
        <dsp:cNvPr id="0" name=""/>
        <dsp:cNvSpPr/>
      </dsp:nvSpPr>
      <dsp:spPr>
        <a:xfrm>
          <a:off x="0" y="1892015"/>
          <a:ext cx="6364224" cy="781200"/>
        </a:xfrm>
        <a:prstGeom prst="rect">
          <a:avLst/>
        </a:prstGeom>
        <a:solidFill>
          <a:schemeClr val="lt1">
            <a:alpha val="90000"/>
            <a:hueOff val="0"/>
            <a:satOff val="0"/>
            <a:lumOff val="0"/>
            <a:alphaOff val="0"/>
          </a:schemeClr>
        </a:solidFill>
        <a:ln w="12700" cap="flat" cmpd="sng" algn="ctr">
          <a:solidFill>
            <a:schemeClr val="accent2">
              <a:hueOff val="-816517"/>
              <a:satOff val="-3771"/>
              <a:lumOff val="-785"/>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1DDDAC-F3DA-48A8-9DA3-BED7DC519903}">
      <dsp:nvSpPr>
        <dsp:cNvPr id="0" name=""/>
        <dsp:cNvSpPr/>
      </dsp:nvSpPr>
      <dsp:spPr>
        <a:xfrm>
          <a:off x="318211" y="1434455"/>
          <a:ext cx="4454956" cy="915120"/>
        </a:xfrm>
        <a:prstGeom prst="roundRect">
          <a:avLst/>
        </a:prstGeom>
        <a:solidFill>
          <a:schemeClr val="accent2">
            <a:hueOff val="-816517"/>
            <a:satOff val="-3771"/>
            <a:lumOff val="-7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377950">
            <a:lnSpc>
              <a:spcPct val="90000"/>
            </a:lnSpc>
            <a:spcBef>
              <a:spcPct val="0"/>
            </a:spcBef>
            <a:spcAft>
              <a:spcPct val="35000"/>
            </a:spcAft>
            <a:buNone/>
          </a:pPr>
          <a:r>
            <a:rPr lang="en-IN" sz="3100" kern="1200" dirty="0" err="1"/>
            <a:t>NextJs</a:t>
          </a:r>
          <a:endParaRPr lang="en-US" sz="3100" kern="1200" dirty="0"/>
        </a:p>
      </dsp:txBody>
      <dsp:txXfrm>
        <a:off x="362883" y="1479127"/>
        <a:ext cx="4365612" cy="825776"/>
      </dsp:txXfrm>
    </dsp:sp>
    <dsp:sp modelId="{2F0BEC96-A271-4BB5-BE0D-CB2FE101CC11}">
      <dsp:nvSpPr>
        <dsp:cNvPr id="0" name=""/>
        <dsp:cNvSpPr/>
      </dsp:nvSpPr>
      <dsp:spPr>
        <a:xfrm>
          <a:off x="0" y="3298176"/>
          <a:ext cx="6364224" cy="781200"/>
        </a:xfrm>
        <a:prstGeom prst="rect">
          <a:avLst/>
        </a:prstGeom>
        <a:solidFill>
          <a:schemeClr val="lt1">
            <a:alpha val="90000"/>
            <a:hueOff val="0"/>
            <a:satOff val="0"/>
            <a:lumOff val="0"/>
            <a:alphaOff val="0"/>
          </a:schemeClr>
        </a:solidFill>
        <a:ln w="12700" cap="flat" cmpd="sng" algn="ctr">
          <a:solidFill>
            <a:schemeClr val="accent2">
              <a:hueOff val="-1633033"/>
              <a:satOff val="-7543"/>
              <a:lumOff val="-1569"/>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9AF62D-CB03-407F-B7D5-57B14E886EA9}">
      <dsp:nvSpPr>
        <dsp:cNvPr id="0" name=""/>
        <dsp:cNvSpPr/>
      </dsp:nvSpPr>
      <dsp:spPr>
        <a:xfrm>
          <a:off x="318211" y="2840615"/>
          <a:ext cx="4454956" cy="915120"/>
        </a:xfrm>
        <a:prstGeom prst="roundRect">
          <a:avLst/>
        </a:prstGeom>
        <a:solidFill>
          <a:schemeClr val="accent2">
            <a:hueOff val="-1633033"/>
            <a:satOff val="-7543"/>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377950">
            <a:lnSpc>
              <a:spcPct val="90000"/>
            </a:lnSpc>
            <a:spcBef>
              <a:spcPct val="0"/>
            </a:spcBef>
            <a:spcAft>
              <a:spcPct val="35000"/>
            </a:spcAft>
            <a:buNone/>
          </a:pPr>
          <a:r>
            <a:rPr lang="en-IN" sz="3100" kern="1200"/>
            <a:t>Solidity</a:t>
          </a:r>
          <a:endParaRPr lang="en-US" sz="3100" kern="1200"/>
        </a:p>
      </dsp:txBody>
      <dsp:txXfrm>
        <a:off x="362883" y="2885287"/>
        <a:ext cx="4365612" cy="825776"/>
      </dsp:txXfrm>
    </dsp:sp>
    <dsp:sp modelId="{F034A7A3-BD3E-4A24-A093-5D3E126BECC6}">
      <dsp:nvSpPr>
        <dsp:cNvPr id="0" name=""/>
        <dsp:cNvSpPr/>
      </dsp:nvSpPr>
      <dsp:spPr>
        <a:xfrm>
          <a:off x="0" y="4704335"/>
          <a:ext cx="6364224" cy="781200"/>
        </a:xfrm>
        <a:prstGeom prst="rect">
          <a:avLst/>
        </a:prstGeom>
        <a:solidFill>
          <a:schemeClr val="lt1">
            <a:alpha val="90000"/>
            <a:hueOff val="0"/>
            <a:satOff val="0"/>
            <a:lumOff val="0"/>
            <a:alphaOff val="0"/>
          </a:schemeClr>
        </a:solidFill>
        <a:ln w="12700" cap="flat" cmpd="sng" algn="ctr">
          <a:solidFill>
            <a:schemeClr val="accent2">
              <a:hueOff val="-2449550"/>
              <a:satOff val="-11314"/>
              <a:lumOff val="-2354"/>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E84AF7-6B39-4773-A5FD-A5DB60B2164F}">
      <dsp:nvSpPr>
        <dsp:cNvPr id="0" name=""/>
        <dsp:cNvSpPr/>
      </dsp:nvSpPr>
      <dsp:spPr>
        <a:xfrm>
          <a:off x="318211" y="4246776"/>
          <a:ext cx="4454956" cy="915120"/>
        </a:xfrm>
        <a:prstGeom prst="roundRect">
          <a:avLst/>
        </a:prstGeom>
        <a:solidFill>
          <a:schemeClr val="accent2">
            <a:hueOff val="-2449550"/>
            <a:satOff val="-11314"/>
            <a:lumOff val="-23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377950">
            <a:lnSpc>
              <a:spcPct val="90000"/>
            </a:lnSpc>
            <a:spcBef>
              <a:spcPct val="0"/>
            </a:spcBef>
            <a:spcAft>
              <a:spcPct val="35000"/>
            </a:spcAft>
            <a:buNone/>
          </a:pPr>
          <a:r>
            <a:rPr lang="en-IN" sz="3100" kern="1200"/>
            <a:t>MetaMask</a:t>
          </a:r>
          <a:endParaRPr lang="en-US" sz="3100" kern="1200"/>
        </a:p>
      </dsp:txBody>
      <dsp:txXfrm>
        <a:off x="362883" y="4291448"/>
        <a:ext cx="4365612" cy="825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076D2-B039-4976-B774-08048B3AFA9E}">
      <dsp:nvSpPr>
        <dsp:cNvPr id="0" name=""/>
        <dsp:cNvSpPr/>
      </dsp:nvSpPr>
      <dsp:spPr>
        <a:xfrm>
          <a:off x="1138979" y="1206562"/>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B676F5-B32F-4764-9F15-F4B93D49DD78}">
      <dsp:nvSpPr>
        <dsp:cNvPr id="0" name=""/>
        <dsp:cNvSpPr/>
      </dsp:nvSpPr>
      <dsp:spPr>
        <a:xfrm>
          <a:off x="569079"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IN" sz="2500" kern="1200"/>
            <a:t>Manager</a:t>
          </a:r>
          <a:endParaRPr lang="en-US" sz="2500" kern="1200"/>
        </a:p>
      </dsp:txBody>
      <dsp:txXfrm>
        <a:off x="569079" y="2430961"/>
        <a:ext cx="2072362" cy="720000"/>
      </dsp:txXfrm>
    </dsp:sp>
    <dsp:sp modelId="{36411DAB-E436-45C7-BAC3-84CAF67F6B19}">
      <dsp:nvSpPr>
        <dsp:cNvPr id="0" name=""/>
        <dsp:cNvSpPr/>
      </dsp:nvSpPr>
      <dsp:spPr>
        <a:xfrm>
          <a:off x="3574005" y="1206562"/>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8B0CBD-167F-4D4B-B9D0-715FB81A0D41}">
      <dsp:nvSpPr>
        <dsp:cNvPr id="0" name=""/>
        <dsp:cNvSpPr/>
      </dsp:nvSpPr>
      <dsp:spPr>
        <a:xfrm>
          <a:off x="3004105"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IN" sz="2500" kern="1200"/>
            <a:t>Minimum contribution</a:t>
          </a:r>
          <a:endParaRPr lang="en-US" sz="2500" kern="1200"/>
        </a:p>
      </dsp:txBody>
      <dsp:txXfrm>
        <a:off x="3004105" y="2430961"/>
        <a:ext cx="2072362" cy="720000"/>
      </dsp:txXfrm>
    </dsp:sp>
    <dsp:sp modelId="{B9EDCF20-87A1-46FC-8DDB-AAAB12D74AFE}">
      <dsp:nvSpPr>
        <dsp:cNvPr id="0" name=""/>
        <dsp:cNvSpPr/>
      </dsp:nvSpPr>
      <dsp:spPr>
        <a:xfrm>
          <a:off x="6009031" y="1206562"/>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B68A81-11D9-4A7A-A357-BE09CF01C6BB}">
      <dsp:nvSpPr>
        <dsp:cNvPr id="0" name=""/>
        <dsp:cNvSpPr/>
      </dsp:nvSpPr>
      <dsp:spPr>
        <a:xfrm>
          <a:off x="5439131"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IN" sz="2500" kern="1200"/>
            <a:t>Approvers</a:t>
          </a:r>
          <a:endParaRPr lang="en-US" sz="2500" kern="1200"/>
        </a:p>
      </dsp:txBody>
      <dsp:txXfrm>
        <a:off x="5439131" y="2430961"/>
        <a:ext cx="2072362" cy="720000"/>
      </dsp:txXfrm>
    </dsp:sp>
    <dsp:sp modelId="{F182ADB9-3821-4AE4-978F-D71FEF1FDB31}">
      <dsp:nvSpPr>
        <dsp:cNvPr id="0" name=""/>
        <dsp:cNvSpPr/>
      </dsp:nvSpPr>
      <dsp:spPr>
        <a:xfrm>
          <a:off x="8444057" y="1206562"/>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738EC0-CBE8-4C18-BAEA-C711EC2021A4}">
      <dsp:nvSpPr>
        <dsp:cNvPr id="0" name=""/>
        <dsp:cNvSpPr/>
      </dsp:nvSpPr>
      <dsp:spPr>
        <a:xfrm>
          <a:off x="7874157"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IN" sz="2500" kern="1200"/>
            <a:t>Requests</a:t>
          </a:r>
          <a:endParaRPr lang="en-US" sz="2500" kern="1200"/>
        </a:p>
      </dsp:txBody>
      <dsp:txXfrm>
        <a:off x="7874157" y="2430961"/>
        <a:ext cx="2072362"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A5047B-26A0-4CDD-BAD7-39499E3352AA}">
      <dsp:nvSpPr>
        <dsp:cNvPr id="0" name=""/>
        <dsp:cNvSpPr/>
      </dsp:nvSpPr>
      <dsp:spPr>
        <a:xfrm>
          <a:off x="3647" y="1520715"/>
          <a:ext cx="1777169" cy="11285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68A666-581B-49E3-8142-5C1A3712F245}">
      <dsp:nvSpPr>
        <dsp:cNvPr id="0" name=""/>
        <dsp:cNvSpPr/>
      </dsp:nvSpPr>
      <dsp:spPr>
        <a:xfrm>
          <a:off x="201110" y="1708305"/>
          <a:ext cx="1777169" cy="11285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Campaign</a:t>
          </a:r>
          <a:endParaRPr lang="en-US" sz="2400" kern="1200"/>
        </a:p>
      </dsp:txBody>
      <dsp:txXfrm>
        <a:off x="234163" y="1741358"/>
        <a:ext cx="1711063" cy="1062396"/>
      </dsp:txXfrm>
    </dsp:sp>
    <dsp:sp modelId="{59B32F85-901C-43DE-85FB-9F866CC10456}">
      <dsp:nvSpPr>
        <dsp:cNvPr id="0" name=""/>
        <dsp:cNvSpPr/>
      </dsp:nvSpPr>
      <dsp:spPr>
        <a:xfrm>
          <a:off x="2175742" y="1520715"/>
          <a:ext cx="1777169" cy="11285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DCEB12-D3C5-4DF0-B185-4E110C8542F8}">
      <dsp:nvSpPr>
        <dsp:cNvPr id="0" name=""/>
        <dsp:cNvSpPr/>
      </dsp:nvSpPr>
      <dsp:spPr>
        <a:xfrm>
          <a:off x="2373205" y="1708305"/>
          <a:ext cx="1777169" cy="11285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Contribute</a:t>
          </a:r>
          <a:endParaRPr lang="en-US" sz="2400" kern="1200"/>
        </a:p>
      </dsp:txBody>
      <dsp:txXfrm>
        <a:off x="2406258" y="1741358"/>
        <a:ext cx="1711063" cy="1062396"/>
      </dsp:txXfrm>
    </dsp:sp>
    <dsp:sp modelId="{4F9856CA-81DE-4DC2-9E60-B69CED1D069F}">
      <dsp:nvSpPr>
        <dsp:cNvPr id="0" name=""/>
        <dsp:cNvSpPr/>
      </dsp:nvSpPr>
      <dsp:spPr>
        <a:xfrm>
          <a:off x="4347838" y="1520715"/>
          <a:ext cx="1777169" cy="11285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1ACE39-1073-4DE3-BC49-71C3BF7EE753}">
      <dsp:nvSpPr>
        <dsp:cNvPr id="0" name=""/>
        <dsp:cNvSpPr/>
      </dsp:nvSpPr>
      <dsp:spPr>
        <a:xfrm>
          <a:off x="4545301" y="1708305"/>
          <a:ext cx="1777169" cy="11285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Create Request</a:t>
          </a:r>
          <a:endParaRPr lang="en-US" sz="2400" kern="1200"/>
        </a:p>
      </dsp:txBody>
      <dsp:txXfrm>
        <a:off x="4578354" y="1741358"/>
        <a:ext cx="1711063" cy="1062396"/>
      </dsp:txXfrm>
    </dsp:sp>
    <dsp:sp modelId="{1F34B797-4475-4A94-8F5E-B3A245FE34A7}">
      <dsp:nvSpPr>
        <dsp:cNvPr id="0" name=""/>
        <dsp:cNvSpPr/>
      </dsp:nvSpPr>
      <dsp:spPr>
        <a:xfrm>
          <a:off x="6519933" y="1520715"/>
          <a:ext cx="1777169" cy="11285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A39CCE-8EA6-4BC8-B795-234CDAE09924}">
      <dsp:nvSpPr>
        <dsp:cNvPr id="0" name=""/>
        <dsp:cNvSpPr/>
      </dsp:nvSpPr>
      <dsp:spPr>
        <a:xfrm>
          <a:off x="6717397" y="1708305"/>
          <a:ext cx="1777169" cy="11285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Approve request</a:t>
          </a:r>
          <a:endParaRPr lang="en-US" sz="2400" kern="1200"/>
        </a:p>
      </dsp:txBody>
      <dsp:txXfrm>
        <a:off x="6750450" y="1741358"/>
        <a:ext cx="1711063" cy="1062396"/>
      </dsp:txXfrm>
    </dsp:sp>
    <dsp:sp modelId="{BBCBE796-37E4-4E4B-BC17-30CDB9AD348A}">
      <dsp:nvSpPr>
        <dsp:cNvPr id="0" name=""/>
        <dsp:cNvSpPr/>
      </dsp:nvSpPr>
      <dsp:spPr>
        <a:xfrm>
          <a:off x="8692029" y="1520715"/>
          <a:ext cx="1777169" cy="11285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550087-8AAD-4CA8-844F-8510B4F45DF7}">
      <dsp:nvSpPr>
        <dsp:cNvPr id="0" name=""/>
        <dsp:cNvSpPr/>
      </dsp:nvSpPr>
      <dsp:spPr>
        <a:xfrm>
          <a:off x="8889492" y="1708305"/>
          <a:ext cx="1777169" cy="11285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Finalize request</a:t>
          </a:r>
          <a:endParaRPr lang="en-US" sz="2400" kern="1200"/>
        </a:p>
      </dsp:txBody>
      <dsp:txXfrm>
        <a:off x="8922545" y="1741358"/>
        <a:ext cx="1711063" cy="1062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6/13/2024</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9330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6/13/2024</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36108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6/13/2024</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3161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6/13/2024</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1138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6/13/2024</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51314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6/13/2024</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45423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6/13/2024</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33455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6/13/2024</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53162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6/13/2024</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41401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6/13/2024</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17076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6/13/2024</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16146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6/13/2024</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217212065"/>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86" r:id="rId6"/>
    <p:sldLayoutId id="2147483691"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n abstract genetic concept">
            <a:extLst>
              <a:ext uri="{FF2B5EF4-FFF2-40B4-BE49-F238E27FC236}">
                <a16:creationId xmlns:a16="http://schemas.microsoft.com/office/drawing/2014/main" id="{1BA9A405-06C3-B3BE-752E-9B16DBB45F98}"/>
              </a:ext>
            </a:extLst>
          </p:cNvPr>
          <p:cNvPicPr>
            <a:picLocks noChangeAspect="1"/>
          </p:cNvPicPr>
          <p:nvPr/>
        </p:nvPicPr>
        <p:blipFill rotWithShape="1">
          <a:blip r:embed="rId2"/>
          <a:srcRect t="10442" r="-1" b="10443"/>
          <a:stretch/>
        </p:blipFill>
        <p:spPr>
          <a:xfrm>
            <a:off x="3523488" y="0"/>
            <a:ext cx="8668512" cy="6857990"/>
          </a:xfrm>
          <a:prstGeom prst="rect">
            <a:avLst/>
          </a:prstGeom>
        </p:spPr>
      </p:pic>
      <p:sp>
        <p:nvSpPr>
          <p:cNvPr id="23" name="Rectangle 2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FE1F1C00-A8B5-E87F-3FED-5BC2F71B610D}"/>
              </a:ext>
            </a:extLst>
          </p:cNvPr>
          <p:cNvSpPr>
            <a:spLocks noGrp="1"/>
          </p:cNvSpPr>
          <p:nvPr>
            <p:ph type="ctrTitle"/>
          </p:nvPr>
        </p:nvSpPr>
        <p:spPr>
          <a:xfrm>
            <a:off x="477981" y="1122363"/>
            <a:ext cx="5083064" cy="2507245"/>
          </a:xfrm>
        </p:spPr>
        <p:txBody>
          <a:bodyPr anchor="b">
            <a:normAutofit/>
          </a:bodyPr>
          <a:lstStyle/>
          <a:p>
            <a:r>
              <a:rPr lang="en-IN" sz="4400" dirty="0">
                <a:solidFill>
                  <a:srgbClr val="FF0000"/>
                </a:solidFill>
                <a:latin typeface="Britannic Bold" panose="020B0903060703020204" pitchFamily="34" charset="0"/>
              </a:rPr>
              <a:t>Blockchain based crowdfunding application</a:t>
            </a:r>
          </a:p>
        </p:txBody>
      </p:sp>
      <p:sp>
        <p:nvSpPr>
          <p:cNvPr id="5" name="Subtitle 4">
            <a:extLst>
              <a:ext uri="{FF2B5EF4-FFF2-40B4-BE49-F238E27FC236}">
                <a16:creationId xmlns:a16="http://schemas.microsoft.com/office/drawing/2014/main" id="{2A838C6D-D4FA-A001-9CD1-69B5DAE5F23A}"/>
              </a:ext>
            </a:extLst>
          </p:cNvPr>
          <p:cNvSpPr>
            <a:spLocks noGrp="1"/>
          </p:cNvSpPr>
          <p:nvPr>
            <p:ph type="subTitle" idx="1"/>
          </p:nvPr>
        </p:nvSpPr>
        <p:spPr>
          <a:xfrm>
            <a:off x="477980" y="4872922"/>
            <a:ext cx="4023359" cy="1208141"/>
          </a:xfrm>
        </p:spPr>
        <p:txBody>
          <a:bodyPr>
            <a:normAutofit/>
          </a:bodyPr>
          <a:lstStyle/>
          <a:p>
            <a:pPr>
              <a:lnSpc>
                <a:spcPct val="100000"/>
              </a:lnSpc>
            </a:pPr>
            <a:endParaRPr lang="en-IN" sz="1700" dirty="0">
              <a:latin typeface="Arial Rounded MT Bold" panose="020F0704030504030204" pitchFamily="34" charset="0"/>
            </a:endParaRPr>
          </a:p>
          <a:p>
            <a:pPr>
              <a:lnSpc>
                <a:spcPct val="100000"/>
              </a:lnSpc>
            </a:pPr>
            <a:r>
              <a:rPr lang="en-IN" sz="1700" dirty="0">
                <a:latin typeface="Arial Rounded MT Bold" panose="020F0704030504030204" pitchFamily="34" charset="0"/>
              </a:rPr>
              <a:t>Submitted by : </a:t>
            </a:r>
          </a:p>
          <a:p>
            <a:pPr>
              <a:lnSpc>
                <a:spcPct val="100000"/>
              </a:lnSpc>
            </a:pPr>
            <a:r>
              <a:rPr lang="en-IN" sz="1700">
                <a:latin typeface="Arial Rounded MT Bold" panose="020F0704030504030204" pitchFamily="34" charset="0"/>
              </a:rPr>
              <a:t>ARYANSH CHAUDHARY</a:t>
            </a:r>
            <a:endParaRPr lang="en-IN" sz="1700" dirty="0">
              <a:latin typeface="Arial Rounded MT Bold" panose="020F0704030504030204" pitchFamily="34" charset="0"/>
            </a:endParaRPr>
          </a:p>
          <a:p>
            <a:pPr>
              <a:lnSpc>
                <a:spcPct val="100000"/>
              </a:lnSpc>
            </a:pPr>
            <a:endParaRPr lang="en-IN" sz="1700" dirty="0">
              <a:latin typeface="Bahnschrift SemiBold" panose="020B0502040204020203" pitchFamily="34" charset="0"/>
            </a:endParaRP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6409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700"/>
                                        <p:tgtEl>
                                          <p:spTgt spid="5">
                                            <p:txEl>
                                              <p:pRg st="1" end="1"/>
                                            </p:txEl>
                                          </p:spTgt>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700"/>
                                        <p:tgtEl>
                                          <p:spTgt spid="5">
                                            <p:txEl>
                                              <p:pRg st="2" end="2"/>
                                            </p:txEl>
                                          </p:spTgt>
                                        </p:tgtEl>
                                      </p:cBhvr>
                                    </p:animEffect>
                                  </p:childTnLst>
                                </p:cTn>
                              </p:par>
                              <p:par>
                                <p:cTn id="11" presetID="10" presetClass="entr" presetSubtype="0" fill="hold" grpId="0" nodeType="withEffect">
                                  <p:stCondLst>
                                    <p:cond delay="1000"/>
                                  </p:stCondLst>
                                  <p:iterate>
                                    <p:tmPct val="10000"/>
                                  </p:iterate>
                                  <p:childTnLst>
                                    <p:set>
                                      <p:cBhvr>
                                        <p:cTn id="12" dur="1" fill="hold">
                                          <p:stCondLst>
                                            <p:cond delay="0"/>
                                          </p:stCondLst>
                                        </p:cTn>
                                        <p:tgtEl>
                                          <p:spTgt spid="4"/>
                                        </p:tgtEl>
                                        <p:attrNameLst>
                                          <p:attrName>style.visibility</p:attrName>
                                        </p:attrNameLst>
                                      </p:cBhvr>
                                      <p:to>
                                        <p:strVal val="visible"/>
                                      </p:to>
                                    </p:set>
                                    <p:animEffect transition="in" filter="fade">
                                      <p:cBhvr>
                                        <p:cTn id="13"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narVert">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63976-4B3B-F625-969D-05E2827C302C}"/>
              </a:ext>
            </a:extLst>
          </p:cNvPr>
          <p:cNvSpPr>
            <a:spLocks noGrp="1"/>
          </p:cNvSpPr>
          <p:nvPr>
            <p:ph type="title"/>
          </p:nvPr>
        </p:nvSpPr>
        <p:spPr/>
        <p:txBody>
          <a:bodyPr>
            <a:normAutofit/>
          </a:bodyPr>
          <a:lstStyle/>
          <a:p>
            <a:r>
              <a:rPr lang="en-IN" sz="4500" dirty="0">
                <a:latin typeface="Algerian" panose="04020705040A02060702" pitchFamily="82" charset="0"/>
              </a:rPr>
              <a:t>            Problem statement</a:t>
            </a:r>
          </a:p>
        </p:txBody>
      </p:sp>
      <p:sp>
        <p:nvSpPr>
          <p:cNvPr id="3" name="Content Placeholder 2">
            <a:extLst>
              <a:ext uri="{FF2B5EF4-FFF2-40B4-BE49-F238E27FC236}">
                <a16:creationId xmlns:a16="http://schemas.microsoft.com/office/drawing/2014/main" id="{3E74D594-4A41-F5C7-4EB5-9CF6083D4651}"/>
              </a:ext>
            </a:extLst>
          </p:cNvPr>
          <p:cNvSpPr>
            <a:spLocks noGrp="1"/>
          </p:cNvSpPr>
          <p:nvPr>
            <p:ph idx="1"/>
          </p:nvPr>
        </p:nvSpPr>
        <p:spPr/>
        <p:txBody>
          <a:bodyPr>
            <a:noAutofit/>
          </a:bodyPr>
          <a:lstStyle/>
          <a:p>
            <a:r>
              <a:rPr lang="en-US" sz="4400" b="1" dirty="0">
                <a:latin typeface="Bahnschrift SemiBold SemiConden" panose="020B0502040204020203" pitchFamily="34" charset="0"/>
              </a:rPr>
              <a:t> The problem with any crowdfunding   application are the scams that take place , someone who donates money does not know whether the donated money will go for the desired cause or not .</a:t>
            </a:r>
            <a:endParaRPr lang="en-IN" sz="4400" b="1" dirty="0">
              <a:latin typeface="Bahnschrift SemiBold SemiConden" panose="020B0502040204020203" pitchFamily="34" charset="0"/>
            </a:endParaRPr>
          </a:p>
        </p:txBody>
      </p:sp>
    </p:spTree>
    <p:extLst>
      <p:ext uri="{BB962C8B-B14F-4D97-AF65-F5344CB8AC3E}">
        <p14:creationId xmlns:p14="http://schemas.microsoft.com/office/powerpoint/2010/main" val="3352433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30F63-6C1C-89DE-4F5C-3C3B1D6F3393}"/>
              </a:ext>
            </a:extLst>
          </p:cNvPr>
          <p:cNvSpPr>
            <a:spLocks noGrp="1"/>
          </p:cNvSpPr>
          <p:nvPr>
            <p:ph type="title"/>
          </p:nvPr>
        </p:nvSpPr>
        <p:spPr/>
        <p:txBody>
          <a:bodyPr/>
          <a:lstStyle/>
          <a:p>
            <a:r>
              <a:rPr lang="en-IN" dirty="0">
                <a:latin typeface="Algerian" panose="04020705040A02060702" pitchFamily="82" charset="0"/>
              </a:rPr>
              <a:t>                            History </a:t>
            </a:r>
          </a:p>
        </p:txBody>
      </p:sp>
      <p:sp>
        <p:nvSpPr>
          <p:cNvPr id="3" name="Content Placeholder 2">
            <a:extLst>
              <a:ext uri="{FF2B5EF4-FFF2-40B4-BE49-F238E27FC236}">
                <a16:creationId xmlns:a16="http://schemas.microsoft.com/office/drawing/2014/main" id="{A278546E-DBBE-82F2-0B4F-6065DD24DBBC}"/>
              </a:ext>
            </a:extLst>
          </p:cNvPr>
          <p:cNvSpPr>
            <a:spLocks noGrp="1"/>
          </p:cNvSpPr>
          <p:nvPr>
            <p:ph idx="1"/>
          </p:nvPr>
        </p:nvSpPr>
        <p:spPr/>
        <p:txBody>
          <a:bodyPr>
            <a:noAutofit/>
          </a:bodyPr>
          <a:lstStyle/>
          <a:p>
            <a:r>
              <a:rPr lang="en-US" sz="1600" b="1" dirty="0"/>
              <a:t>A crowdfunding scam is an attempt to collect money for some cause. This scams are done on the people that think good for people and want to help people who are really in need , needless to say this is more often than not the case. Most people donate small amount but it sums up to be really big and scammers run away with it. Most of the fund raising platforms like Kickstarter , </a:t>
            </a:r>
            <a:r>
              <a:rPr lang="en-US" sz="1600" b="1" dirty="0" err="1"/>
              <a:t>gofundme</a:t>
            </a:r>
            <a:r>
              <a:rPr lang="en-US" sz="1600" b="1" dirty="0"/>
              <a:t> refund money but none have implemented the solution of web3 into the mix. Using web3. This can be reduced to minimum. Kickstarter is an online donation platform where people can donate money for a product that needs to be developed and after successful compilation of the product some items are given as a reward to the donors, but as you have already guessed this an </a:t>
            </a:r>
            <a:r>
              <a:rPr lang="en-US" sz="1600" b="1" dirty="0" err="1"/>
              <a:t>idealcase</a:t>
            </a:r>
            <a:r>
              <a:rPr lang="en-US" sz="1600" b="1" dirty="0"/>
              <a:t> scenario and mostly this is not the case, most of the managers take money from the donors and the product that was promise never see the light of day. Either the money taken go to the bank account or just there is a failure of a product. One such scam was in 2013 of </a:t>
            </a:r>
            <a:r>
              <a:rPr lang="en-US" sz="1600" b="1" dirty="0" err="1"/>
              <a:t>montex</a:t>
            </a:r>
            <a:r>
              <a:rPr lang="en-US" sz="1600" b="1" dirty="0"/>
              <a:t> watch project in this project there was $61,504 raised and no product was delivered. Another scam poses of 10 second automatic toothbrush in 2017 where around 3.9 million dollars were raised The </a:t>
            </a:r>
            <a:r>
              <a:rPr lang="en-US" sz="1600" b="1" dirty="0" err="1"/>
              <a:t>Amabrush</a:t>
            </a:r>
            <a:r>
              <a:rPr lang="en-US" sz="1600" b="1" dirty="0"/>
              <a:t> </a:t>
            </a:r>
            <a:r>
              <a:rPr lang="en-US" sz="1600" b="1"/>
              <a:t>seemed super legit .</a:t>
            </a:r>
            <a:endParaRPr lang="en-IN" sz="1600" b="1" dirty="0"/>
          </a:p>
        </p:txBody>
      </p:sp>
    </p:spTree>
    <p:extLst>
      <p:ext uri="{BB962C8B-B14F-4D97-AF65-F5344CB8AC3E}">
        <p14:creationId xmlns:p14="http://schemas.microsoft.com/office/powerpoint/2010/main" val="1240480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CAF15-5914-AA3D-5D85-ACB65DC737C4}"/>
              </a:ext>
            </a:extLst>
          </p:cNvPr>
          <p:cNvSpPr>
            <a:spLocks noGrp="1"/>
          </p:cNvSpPr>
          <p:nvPr>
            <p:ph type="title"/>
          </p:nvPr>
        </p:nvSpPr>
        <p:spPr/>
        <p:txBody>
          <a:bodyPr/>
          <a:lstStyle/>
          <a:p>
            <a:endParaRPr lang="en-IN" dirty="0"/>
          </a:p>
        </p:txBody>
      </p:sp>
      <p:pic>
        <p:nvPicPr>
          <p:cNvPr id="9" name="Content Placeholder 8">
            <a:extLst>
              <a:ext uri="{FF2B5EF4-FFF2-40B4-BE49-F238E27FC236}">
                <a16:creationId xmlns:a16="http://schemas.microsoft.com/office/drawing/2014/main" id="{74EC865F-11EF-F8C2-B528-CA68C94F3F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218" y="266728"/>
            <a:ext cx="11637818" cy="6324544"/>
          </a:xfrm>
        </p:spPr>
      </p:pic>
    </p:spTree>
    <p:extLst>
      <p:ext uri="{BB962C8B-B14F-4D97-AF65-F5344CB8AC3E}">
        <p14:creationId xmlns:p14="http://schemas.microsoft.com/office/powerpoint/2010/main" val="500629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159CA-0037-258C-91B7-D65469CD6729}"/>
              </a:ext>
            </a:extLst>
          </p:cNvPr>
          <p:cNvSpPr>
            <a:spLocks noGrp="1"/>
          </p:cNvSpPr>
          <p:nvPr>
            <p:ph type="title"/>
          </p:nvPr>
        </p:nvSpPr>
        <p:spPr/>
        <p:txBody>
          <a:bodyPr>
            <a:normAutofit/>
          </a:bodyPr>
          <a:lstStyle/>
          <a:p>
            <a:r>
              <a:rPr lang="en-IN" sz="5000" dirty="0">
                <a:latin typeface="Algerian" panose="04020705040A02060702" pitchFamily="82" charset="0"/>
              </a:rPr>
              <a:t>                Motivation</a:t>
            </a:r>
          </a:p>
        </p:txBody>
      </p:sp>
      <p:sp>
        <p:nvSpPr>
          <p:cNvPr id="3" name="Content Placeholder 2">
            <a:extLst>
              <a:ext uri="{FF2B5EF4-FFF2-40B4-BE49-F238E27FC236}">
                <a16:creationId xmlns:a16="http://schemas.microsoft.com/office/drawing/2014/main" id="{E198F1B7-373D-6B20-4A5A-7B5B813B898B}"/>
              </a:ext>
            </a:extLst>
          </p:cNvPr>
          <p:cNvSpPr>
            <a:spLocks noGrp="1"/>
          </p:cNvSpPr>
          <p:nvPr>
            <p:ph idx="1"/>
          </p:nvPr>
        </p:nvSpPr>
        <p:spPr/>
        <p:txBody>
          <a:bodyPr>
            <a:noAutofit/>
          </a:bodyPr>
          <a:lstStyle/>
          <a:p>
            <a:r>
              <a:rPr lang="en-US" sz="2400" dirty="0">
                <a:latin typeface="Bahnschrift Condensed" panose="020B0502040204020203" pitchFamily="34" charset="0"/>
                <a:ea typeface="Cambria Math" panose="02040503050406030204" pitchFamily="18" charset="0"/>
              </a:rPr>
              <a:t>Our major motivation to develop this application is to stop or minimize these kinds of scams that happen on these crowdfunding applications and to create an application that is secure taking the full advantage of blockchain technology. This application will be useful for the technical era, using web3 to develop applications to stop such scams, taking full advantage of the blockchain technology. In the upcoming future more and more applications will move on the web3, as we have already used to seen with NFTs, even video games are implementing these. So, finally its time to develop a crowdfunding application with a secure network where no one has the direct control over the money in the network and where the possibility of someone scamming you is slim.</a:t>
            </a:r>
            <a:endParaRPr lang="en-IN" sz="2400" dirty="0">
              <a:latin typeface="Bahnschrift Condensed" panose="020B0502040204020203" pitchFamily="34" charset="0"/>
              <a:ea typeface="Cambria Math" panose="02040503050406030204" pitchFamily="18" charset="0"/>
            </a:endParaRPr>
          </a:p>
        </p:txBody>
      </p:sp>
    </p:spTree>
    <p:extLst>
      <p:ext uri="{BB962C8B-B14F-4D97-AF65-F5344CB8AC3E}">
        <p14:creationId xmlns:p14="http://schemas.microsoft.com/office/powerpoint/2010/main" val="2565717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B2B8F5-AC51-0FF6-0714-652EC157570B}"/>
              </a:ext>
            </a:extLst>
          </p:cNvPr>
          <p:cNvSpPr>
            <a:spLocks noGrp="1"/>
          </p:cNvSpPr>
          <p:nvPr>
            <p:ph type="title"/>
          </p:nvPr>
        </p:nvSpPr>
        <p:spPr/>
        <p:txBody>
          <a:bodyPr anchor="b">
            <a:normAutofit/>
          </a:bodyPr>
          <a:lstStyle/>
          <a:p>
            <a:r>
              <a:rPr lang="en-IN" sz="5000" dirty="0">
                <a:latin typeface="Algerian" panose="04020705040A02060702" pitchFamily="82" charset="0"/>
              </a:rPr>
              <a:t>                  Ideal case</a:t>
            </a:r>
          </a:p>
        </p:txBody>
      </p:sp>
      <p:sp>
        <p:nvSpPr>
          <p:cNvPr id="10" name="Content Placeholder 9">
            <a:extLst>
              <a:ext uri="{FF2B5EF4-FFF2-40B4-BE49-F238E27FC236}">
                <a16:creationId xmlns:a16="http://schemas.microsoft.com/office/drawing/2014/main" id="{9DB32C0A-8E32-2BC2-4DAF-CE8DF937ED35}"/>
              </a:ext>
            </a:extLst>
          </p:cNvPr>
          <p:cNvSpPr>
            <a:spLocks noGrp="1"/>
          </p:cNvSpPr>
          <p:nvPr>
            <p:ph idx="1"/>
          </p:nvPr>
        </p:nvSpPr>
        <p:spPr/>
        <p:txBody>
          <a:bodyPr/>
          <a:lstStyle/>
          <a:p>
            <a:endParaRPr lang="en-IN"/>
          </a:p>
        </p:txBody>
      </p:sp>
      <p:pic>
        <p:nvPicPr>
          <p:cNvPr id="9" name="Content Placeholder 8" descr="Diagram&#10;&#10;Description automatically generated">
            <a:extLst>
              <a:ext uri="{FF2B5EF4-FFF2-40B4-BE49-F238E27FC236}">
                <a16:creationId xmlns:a16="http://schemas.microsoft.com/office/drawing/2014/main" id="{FAF97C4B-96EF-FDC9-C64B-9714B98B3500}"/>
              </a:ext>
            </a:extLst>
          </p:cNvPr>
          <p:cNvPicPr>
            <a:picLocks noChangeAspect="1"/>
          </p:cNvPicPr>
          <p:nvPr/>
        </p:nvPicPr>
        <p:blipFill rotWithShape="1">
          <a:blip r:embed="rId2">
            <a:extLst>
              <a:ext uri="{28A0092B-C50C-407E-A947-70E740481C1C}">
                <a14:useLocalDpi xmlns:a14="http://schemas.microsoft.com/office/drawing/2010/main" val="0"/>
              </a:ext>
            </a:extLst>
          </a:blip>
          <a:srcRect l="9837" t="20068" r="7347" b="8251"/>
          <a:stretch/>
        </p:blipFill>
        <p:spPr>
          <a:xfrm>
            <a:off x="908304" y="2468693"/>
            <a:ext cx="10683621" cy="4030750"/>
          </a:xfrm>
          <a:prstGeom prst="rect">
            <a:avLst/>
          </a:prstGeom>
        </p:spPr>
      </p:pic>
    </p:spTree>
    <p:extLst>
      <p:ext uri="{BB962C8B-B14F-4D97-AF65-F5344CB8AC3E}">
        <p14:creationId xmlns:p14="http://schemas.microsoft.com/office/powerpoint/2010/main" val="3535807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7598-E0C9-6670-5E7C-0AA3AC92D03F}"/>
              </a:ext>
            </a:extLst>
          </p:cNvPr>
          <p:cNvSpPr>
            <a:spLocks noGrp="1"/>
          </p:cNvSpPr>
          <p:nvPr>
            <p:ph type="title"/>
          </p:nvPr>
        </p:nvSpPr>
        <p:spPr/>
        <p:txBody>
          <a:bodyPr/>
          <a:lstStyle/>
          <a:p>
            <a:r>
              <a:rPr lang="en-IN" dirty="0"/>
              <a:t>                        </a:t>
            </a:r>
            <a:r>
              <a:rPr lang="en-IN" sz="6000" dirty="0">
                <a:latin typeface="Algerian" panose="04020705040A02060702" pitchFamily="82" charset="0"/>
              </a:rPr>
              <a:t>Real Case</a:t>
            </a:r>
          </a:p>
        </p:txBody>
      </p:sp>
      <p:pic>
        <p:nvPicPr>
          <p:cNvPr id="5" name="Content Placeholder 4" descr="Diagram&#10;&#10;Description automatically generated">
            <a:extLst>
              <a:ext uri="{FF2B5EF4-FFF2-40B4-BE49-F238E27FC236}">
                <a16:creationId xmlns:a16="http://schemas.microsoft.com/office/drawing/2014/main" id="{CC9328B4-47BF-7D2E-7305-524682F764C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9692" t="21616" r="6041" b="10572"/>
          <a:stretch/>
        </p:blipFill>
        <p:spPr>
          <a:xfrm>
            <a:off x="1971675" y="2609850"/>
            <a:ext cx="8191500" cy="3448050"/>
          </a:xfrm>
        </p:spPr>
      </p:pic>
    </p:spTree>
    <p:extLst>
      <p:ext uri="{BB962C8B-B14F-4D97-AF65-F5344CB8AC3E}">
        <p14:creationId xmlns:p14="http://schemas.microsoft.com/office/powerpoint/2010/main" val="151177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9AAC3-FEB3-F611-24DE-A2E9DC034C34}"/>
              </a:ext>
            </a:extLst>
          </p:cNvPr>
          <p:cNvSpPr>
            <a:spLocks noGrp="1"/>
          </p:cNvSpPr>
          <p:nvPr>
            <p:ph type="title"/>
          </p:nvPr>
        </p:nvSpPr>
        <p:spPr/>
        <p:txBody>
          <a:bodyPr>
            <a:normAutofit/>
          </a:bodyPr>
          <a:lstStyle/>
          <a:p>
            <a:r>
              <a:rPr lang="en-IN" sz="7200" dirty="0">
                <a:latin typeface="Bahnschrift SemiBold Condensed" panose="020B0502040204020203" pitchFamily="34" charset="0"/>
              </a:rPr>
              <a:t>             Contract design</a:t>
            </a:r>
          </a:p>
        </p:txBody>
      </p:sp>
      <p:pic>
        <p:nvPicPr>
          <p:cNvPr id="5" name="Content Placeholder 4" descr="Diagram&#10;&#10;Description automatically generated">
            <a:extLst>
              <a:ext uri="{FF2B5EF4-FFF2-40B4-BE49-F238E27FC236}">
                <a16:creationId xmlns:a16="http://schemas.microsoft.com/office/drawing/2014/main" id="{F4E81E8E-7CA3-4304-F7D2-14D6150A713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5051" t="21100" r="12133" b="10056"/>
          <a:stretch/>
        </p:blipFill>
        <p:spPr>
          <a:xfrm>
            <a:off x="1800226" y="2394585"/>
            <a:ext cx="8229600" cy="3914775"/>
          </a:xfrm>
        </p:spPr>
      </p:pic>
    </p:spTree>
    <p:extLst>
      <p:ext uri="{BB962C8B-B14F-4D97-AF65-F5344CB8AC3E}">
        <p14:creationId xmlns:p14="http://schemas.microsoft.com/office/powerpoint/2010/main" val="3731625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CC34F-8BCE-EAD1-958D-AB4E17F09B34}"/>
              </a:ext>
            </a:extLst>
          </p:cNvPr>
          <p:cNvSpPr>
            <a:spLocks noGrp="1"/>
          </p:cNvSpPr>
          <p:nvPr>
            <p:ph type="title"/>
          </p:nvPr>
        </p:nvSpPr>
        <p:spPr/>
        <p:txBody>
          <a:bodyPr/>
          <a:lstStyle/>
          <a:p>
            <a:r>
              <a:rPr lang="en-IN" dirty="0">
                <a:latin typeface="Bahnschrift SemiBold" panose="020B0502040204020203" pitchFamily="34" charset="0"/>
              </a:rPr>
              <a:t>         </a:t>
            </a:r>
            <a:r>
              <a:rPr lang="en-IN" dirty="0">
                <a:highlight>
                  <a:srgbClr val="FF0000"/>
                </a:highlight>
                <a:latin typeface="Bahnschrift SemiBold" panose="020B0502040204020203" pitchFamily="34" charset="0"/>
              </a:rPr>
              <a:t>How do we solve this problem ?</a:t>
            </a:r>
          </a:p>
        </p:txBody>
      </p:sp>
      <p:pic>
        <p:nvPicPr>
          <p:cNvPr id="5" name="Content Placeholder 4" descr="Diagram&#10;&#10;Description automatically generated">
            <a:extLst>
              <a:ext uri="{FF2B5EF4-FFF2-40B4-BE49-F238E27FC236}">
                <a16:creationId xmlns:a16="http://schemas.microsoft.com/office/drawing/2014/main" id="{594DFC86-751E-D4E6-BDB8-E65DA35CCCF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8097" t="20326" r="8798" b="10571"/>
          <a:stretch/>
        </p:blipFill>
        <p:spPr>
          <a:xfrm>
            <a:off x="1728788" y="2441857"/>
            <a:ext cx="8734424" cy="3867503"/>
          </a:xfrm>
        </p:spPr>
      </p:pic>
    </p:spTree>
    <p:extLst>
      <p:ext uri="{BB962C8B-B14F-4D97-AF65-F5344CB8AC3E}">
        <p14:creationId xmlns:p14="http://schemas.microsoft.com/office/powerpoint/2010/main" val="3573175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291086-2916-AC95-037E-47733FC88A93}"/>
              </a:ext>
            </a:extLst>
          </p:cNvPr>
          <p:cNvSpPr>
            <a:spLocks noGrp="1"/>
          </p:cNvSpPr>
          <p:nvPr>
            <p:ph type="title"/>
          </p:nvPr>
        </p:nvSpPr>
        <p:spPr>
          <a:xfrm>
            <a:off x="621792" y="1161288"/>
            <a:ext cx="3602736" cy="4526280"/>
          </a:xfrm>
        </p:spPr>
        <p:txBody>
          <a:bodyPr>
            <a:normAutofit/>
          </a:bodyPr>
          <a:lstStyle/>
          <a:p>
            <a:r>
              <a:rPr lang="en-IN" dirty="0">
                <a:solidFill>
                  <a:srgbClr val="FFFF00"/>
                </a:solidFill>
                <a:latin typeface="Arial Black" panose="020B0A04020102020204" pitchFamily="34" charset="0"/>
              </a:rPr>
              <a:t>Technology Involved</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9" name="Content Placeholder 2">
            <a:extLst>
              <a:ext uri="{FF2B5EF4-FFF2-40B4-BE49-F238E27FC236}">
                <a16:creationId xmlns:a16="http://schemas.microsoft.com/office/drawing/2014/main" id="{0B2618F2-4606-EDA5-9480-62BEC925453B}"/>
              </a:ext>
            </a:extLst>
          </p:cNvPr>
          <p:cNvGraphicFramePr>
            <a:graphicFrameLocks noGrp="1"/>
          </p:cNvGraphicFramePr>
          <p:nvPr>
            <p:ph idx="1"/>
            <p:extLst>
              <p:ext uri="{D42A27DB-BD31-4B8C-83A1-F6EECF244321}">
                <p14:modId xmlns:p14="http://schemas.microsoft.com/office/powerpoint/2010/main" val="1433337214"/>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6944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25">
          <a:fgClr>
            <a:srgbClr val="FF0000"/>
          </a:fgClr>
          <a:bgClr>
            <a:schemeClr val="bg1"/>
          </a:bgClr>
        </a:patt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36256E-6CBE-1F34-C623-52389026CA21}"/>
              </a:ext>
            </a:extLst>
          </p:cNvPr>
          <p:cNvSpPr>
            <a:spLocks noGrp="1"/>
          </p:cNvSpPr>
          <p:nvPr>
            <p:ph type="title"/>
          </p:nvPr>
        </p:nvSpPr>
        <p:spPr>
          <a:xfrm>
            <a:off x="841248" y="256032"/>
            <a:ext cx="10506456" cy="1014984"/>
          </a:xfrm>
        </p:spPr>
        <p:txBody>
          <a:bodyPr anchor="b">
            <a:normAutofit/>
          </a:bodyPr>
          <a:lstStyle/>
          <a:p>
            <a:r>
              <a:rPr lang="en-IN" sz="5400" dirty="0">
                <a:latin typeface="Copperplate Gothic Bold" panose="020E0705020206020404" pitchFamily="34" charset="0"/>
              </a:rPr>
              <a:t>    Variables in contract</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1D361E81-2025-9E28-F6A6-18933427F597}"/>
              </a:ext>
            </a:extLst>
          </p:cNvPr>
          <p:cNvGraphicFramePr>
            <a:graphicFrameLocks noGrp="1"/>
          </p:cNvGraphicFramePr>
          <p:nvPr>
            <p:ph idx="1"/>
            <p:extLst>
              <p:ext uri="{D42A27DB-BD31-4B8C-83A1-F6EECF244321}">
                <p14:modId xmlns:p14="http://schemas.microsoft.com/office/powerpoint/2010/main" val="158321458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2321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ltVert">
          <a:fgClr>
            <a:schemeClr val="accent1"/>
          </a:fgClr>
          <a:bgClr>
            <a:srgbClr val="FFFF00"/>
          </a:bgClr>
        </a:patt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C1167F-7F7D-A7B9-80BC-764A82BE55D8}"/>
              </a:ext>
            </a:extLst>
          </p:cNvPr>
          <p:cNvSpPr>
            <a:spLocks noGrp="1"/>
          </p:cNvSpPr>
          <p:nvPr>
            <p:ph type="title"/>
          </p:nvPr>
        </p:nvSpPr>
        <p:spPr>
          <a:xfrm>
            <a:off x="841248" y="256032"/>
            <a:ext cx="10506456" cy="1014984"/>
          </a:xfrm>
        </p:spPr>
        <p:txBody>
          <a:bodyPr anchor="b">
            <a:normAutofit/>
          </a:bodyPr>
          <a:lstStyle/>
          <a:p>
            <a:r>
              <a:rPr lang="en-IN" dirty="0">
                <a:latin typeface="Elephant" panose="02020904090505020303" pitchFamily="18" charset="0"/>
              </a:rPr>
              <a:t>        </a:t>
            </a:r>
            <a:r>
              <a:rPr lang="en-IN" sz="4800" dirty="0">
                <a:latin typeface="Elephant" panose="02020904090505020303" pitchFamily="18" charset="0"/>
              </a:rPr>
              <a:t>Functions in contract design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727F7F18-E8C5-8191-E329-E7EAF8147261}"/>
              </a:ext>
            </a:extLst>
          </p:cNvPr>
          <p:cNvGraphicFramePr>
            <a:graphicFrameLocks noGrp="1"/>
          </p:cNvGraphicFramePr>
          <p:nvPr>
            <p:ph idx="1"/>
            <p:extLst>
              <p:ext uri="{D42A27DB-BD31-4B8C-83A1-F6EECF244321}">
                <p14:modId xmlns:p14="http://schemas.microsoft.com/office/powerpoint/2010/main" val="3440614268"/>
              </p:ext>
            </p:extLst>
          </p:nvPr>
        </p:nvGraphicFramePr>
        <p:xfrm>
          <a:off x="838199" y="1926266"/>
          <a:ext cx="10670309"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571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rgbClr val="002060"/>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3188C-EF19-5EBD-F070-2B3BF3284DDA}"/>
              </a:ext>
            </a:extLst>
          </p:cNvPr>
          <p:cNvSpPr>
            <a:spLocks noGrp="1"/>
          </p:cNvSpPr>
          <p:nvPr>
            <p:ph type="title"/>
          </p:nvPr>
        </p:nvSpPr>
        <p:spPr/>
        <p:txBody>
          <a:bodyPr>
            <a:normAutofit/>
          </a:bodyPr>
          <a:lstStyle/>
          <a:p>
            <a:r>
              <a:rPr lang="en-IN" sz="6600" dirty="0">
                <a:latin typeface="Algerian" panose="04020705040A02060702" pitchFamily="82" charset="0"/>
              </a:rPr>
              <a:t>            </a:t>
            </a:r>
            <a:r>
              <a:rPr lang="en-IN" sz="6600" dirty="0">
                <a:solidFill>
                  <a:srgbClr val="7030A0"/>
                </a:solidFill>
                <a:latin typeface="Algerian" panose="04020705040A02060702" pitchFamily="82" charset="0"/>
              </a:rPr>
              <a:t>UI design</a:t>
            </a:r>
          </a:p>
        </p:txBody>
      </p:sp>
      <p:pic>
        <p:nvPicPr>
          <p:cNvPr id="5" name="Content Placeholder 4" descr="Graphical user interface, text, application&#10;&#10;Description automatically generated">
            <a:extLst>
              <a:ext uri="{FF2B5EF4-FFF2-40B4-BE49-F238E27FC236}">
                <a16:creationId xmlns:a16="http://schemas.microsoft.com/office/drawing/2014/main" id="{4DDC94C8-F667-D74D-5399-9532147C876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6363" t="35540" r="16775" b="22174"/>
          <a:stretch/>
        </p:blipFill>
        <p:spPr>
          <a:xfrm>
            <a:off x="742949" y="2505075"/>
            <a:ext cx="5085196" cy="3609398"/>
          </a:xfrm>
        </p:spPr>
      </p:pic>
      <p:pic>
        <p:nvPicPr>
          <p:cNvPr id="9" name="Picture 8" descr="Graphical user interface, text, application, email&#10;&#10;Description automatically generated">
            <a:extLst>
              <a:ext uri="{FF2B5EF4-FFF2-40B4-BE49-F238E27FC236}">
                <a16:creationId xmlns:a16="http://schemas.microsoft.com/office/drawing/2014/main" id="{89ED0D7C-B7BE-62EF-9CBF-9BC102B1535A}"/>
              </a:ext>
            </a:extLst>
          </p:cNvPr>
          <p:cNvPicPr>
            <a:picLocks noChangeAspect="1"/>
          </p:cNvPicPr>
          <p:nvPr/>
        </p:nvPicPr>
        <p:blipFill rotWithShape="1">
          <a:blip r:embed="rId3">
            <a:extLst>
              <a:ext uri="{28A0092B-C50C-407E-A947-70E740481C1C}">
                <a14:useLocalDpi xmlns:a14="http://schemas.microsoft.com/office/drawing/2010/main" val="0"/>
              </a:ext>
            </a:extLst>
          </a:blip>
          <a:srcRect l="147325" t="-514310" r="-644518" b="244392"/>
          <a:stretch/>
        </p:blipFill>
        <p:spPr>
          <a:xfrm>
            <a:off x="1971674" y="2733675"/>
            <a:ext cx="7572375" cy="2638426"/>
          </a:xfrm>
          <a:prstGeom prst="rect">
            <a:avLst/>
          </a:prstGeom>
        </p:spPr>
      </p:pic>
      <p:pic>
        <p:nvPicPr>
          <p:cNvPr id="13" name="Picture 12" descr="Text">
            <a:extLst>
              <a:ext uri="{FF2B5EF4-FFF2-40B4-BE49-F238E27FC236}">
                <a16:creationId xmlns:a16="http://schemas.microsoft.com/office/drawing/2014/main" id="{60EBDDCD-30AA-1EA5-AAF1-CF323571EB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4915" y="2535862"/>
            <a:ext cx="5879746" cy="3484178"/>
          </a:xfrm>
          <a:prstGeom prst="rect">
            <a:avLst/>
          </a:prstGeom>
          <a:pattFill prst="pct75">
            <a:fgClr>
              <a:schemeClr val="accent1"/>
            </a:fgClr>
            <a:bgClr>
              <a:schemeClr val="bg1"/>
            </a:bgClr>
          </a:pattFill>
        </p:spPr>
      </p:pic>
    </p:spTree>
    <p:extLst>
      <p:ext uri="{BB962C8B-B14F-4D97-AF65-F5344CB8AC3E}">
        <p14:creationId xmlns:p14="http://schemas.microsoft.com/office/powerpoint/2010/main" val="765877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5DB6-65A3-A692-0556-ADB7365DABA4}"/>
              </a:ext>
            </a:extLst>
          </p:cNvPr>
          <p:cNvSpPr>
            <a:spLocks noGrp="1"/>
          </p:cNvSpPr>
          <p:nvPr>
            <p:ph type="title"/>
          </p:nvPr>
        </p:nvSpPr>
        <p:spPr>
          <a:xfrm rot="565281" flipH="1" flipV="1">
            <a:off x="4883895" y="1136614"/>
            <a:ext cx="1571469" cy="875726"/>
          </a:xfrm>
        </p:spPr>
        <p:txBody>
          <a:bodyPr>
            <a:normAutofit/>
          </a:bodyPr>
          <a:lstStyle/>
          <a:p>
            <a:endParaRPr lang="en-IN" dirty="0"/>
          </a:p>
        </p:txBody>
      </p:sp>
      <p:pic>
        <p:nvPicPr>
          <p:cNvPr id="5" name="Content Placeholder 4" descr="Graphical user interface, application&#10;&#10;Description automatically generated">
            <a:extLst>
              <a:ext uri="{FF2B5EF4-FFF2-40B4-BE49-F238E27FC236}">
                <a16:creationId xmlns:a16="http://schemas.microsoft.com/office/drawing/2014/main" id="{5A4AA4E2-7444-9FAA-8DF4-F1405C2E399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3449" y="0"/>
            <a:ext cx="11471564" cy="2962191"/>
          </a:xfrm>
        </p:spPr>
      </p:pic>
      <p:pic>
        <p:nvPicPr>
          <p:cNvPr id="7" name="Picture 6" descr="Table&#10;&#10;Description automatically generated">
            <a:extLst>
              <a:ext uri="{FF2B5EF4-FFF2-40B4-BE49-F238E27FC236}">
                <a16:creationId xmlns:a16="http://schemas.microsoft.com/office/drawing/2014/main" id="{BDC73CAB-BAAF-D43A-AA2D-BA6658438A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449" y="3270252"/>
            <a:ext cx="11471563" cy="3465012"/>
          </a:xfrm>
          <a:prstGeom prst="rect">
            <a:avLst/>
          </a:prstGeom>
        </p:spPr>
      </p:pic>
    </p:spTree>
    <p:extLst>
      <p:ext uri="{BB962C8B-B14F-4D97-AF65-F5344CB8AC3E}">
        <p14:creationId xmlns:p14="http://schemas.microsoft.com/office/powerpoint/2010/main" val="3547362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0D84-ACC3-1EF1-3301-3C270BA65CC6}"/>
              </a:ext>
            </a:extLst>
          </p:cNvPr>
          <p:cNvSpPr>
            <a:spLocks noGrp="1"/>
          </p:cNvSpPr>
          <p:nvPr>
            <p:ph type="title"/>
          </p:nvPr>
        </p:nvSpPr>
        <p:spPr/>
        <p:txBody>
          <a:bodyPr>
            <a:normAutofit/>
          </a:bodyPr>
          <a:lstStyle/>
          <a:p>
            <a:r>
              <a:rPr lang="en-IN" sz="7200" dirty="0">
                <a:latin typeface="Algerian" panose="04020705040A02060702" pitchFamily="82" charset="0"/>
              </a:rPr>
              <a:t>       </a:t>
            </a:r>
            <a:r>
              <a:rPr lang="en-IN" sz="7200" b="1" dirty="0">
                <a:solidFill>
                  <a:srgbClr val="FF0000"/>
                </a:solidFill>
                <a:latin typeface="Algerian" panose="04020705040A02060702" pitchFamily="82" charset="0"/>
              </a:rPr>
              <a:t>Future Scope</a:t>
            </a:r>
          </a:p>
        </p:txBody>
      </p:sp>
      <p:sp>
        <p:nvSpPr>
          <p:cNvPr id="3" name="Content Placeholder 2">
            <a:extLst>
              <a:ext uri="{FF2B5EF4-FFF2-40B4-BE49-F238E27FC236}">
                <a16:creationId xmlns:a16="http://schemas.microsoft.com/office/drawing/2014/main" id="{53C5F876-9544-FE19-27F2-730072692389}"/>
              </a:ext>
            </a:extLst>
          </p:cNvPr>
          <p:cNvSpPr>
            <a:spLocks noGrp="1"/>
          </p:cNvSpPr>
          <p:nvPr>
            <p:ph idx="1"/>
          </p:nvPr>
        </p:nvSpPr>
        <p:spPr/>
        <p:txBody>
          <a:bodyPr>
            <a:noAutofit/>
          </a:bodyPr>
          <a:lstStyle/>
          <a:p>
            <a:r>
              <a:rPr lang="en-IN" sz="4000" b="1" dirty="0">
                <a:latin typeface="Berlin Sans FB Demi" panose="020E0802020502020306" pitchFamily="34" charset="0"/>
              </a:rPr>
              <a:t> </a:t>
            </a:r>
            <a:r>
              <a:rPr lang="en-IN" sz="4000" b="1" dirty="0">
                <a:solidFill>
                  <a:schemeClr val="bg2"/>
                </a:solidFill>
                <a:latin typeface="Berlin Sans FB Demi" panose="020E0802020502020306" pitchFamily="34" charset="0"/>
              </a:rPr>
              <a:t>Integration of additional blockchain</a:t>
            </a:r>
          </a:p>
          <a:p>
            <a:pPr marL="0" indent="0">
              <a:buNone/>
            </a:pPr>
            <a:endParaRPr lang="en-IN" sz="4000" b="1" dirty="0">
              <a:solidFill>
                <a:schemeClr val="bg2"/>
              </a:solidFill>
              <a:latin typeface="Berlin Sans FB Demi" panose="020E0802020502020306" pitchFamily="34" charset="0"/>
            </a:endParaRPr>
          </a:p>
          <a:p>
            <a:r>
              <a:rPr lang="en-IN" sz="4000" b="1" dirty="0">
                <a:solidFill>
                  <a:schemeClr val="bg2"/>
                </a:solidFill>
                <a:latin typeface="Berlin Sans FB Demi" panose="020E0802020502020306" pitchFamily="34" charset="0"/>
              </a:rPr>
              <a:t> </a:t>
            </a:r>
            <a:r>
              <a:rPr lang="en-IN" sz="4000" b="1" dirty="0" err="1">
                <a:solidFill>
                  <a:schemeClr val="bg2"/>
                </a:solidFill>
                <a:latin typeface="Berlin Sans FB Demi" panose="020E0802020502020306" pitchFamily="34" charset="0"/>
              </a:rPr>
              <a:t>Integeration</a:t>
            </a:r>
            <a:r>
              <a:rPr lang="en-IN" sz="4000" b="1" dirty="0">
                <a:solidFill>
                  <a:schemeClr val="bg2"/>
                </a:solidFill>
                <a:latin typeface="Berlin Sans FB Demi" panose="020E0802020502020306" pitchFamily="34" charset="0"/>
              </a:rPr>
              <a:t> of social features</a:t>
            </a:r>
          </a:p>
          <a:p>
            <a:pPr marL="0" indent="0">
              <a:buNone/>
            </a:pPr>
            <a:endParaRPr lang="en-IN" sz="4000" b="1" dirty="0">
              <a:solidFill>
                <a:schemeClr val="bg2"/>
              </a:solidFill>
              <a:latin typeface="Berlin Sans FB Demi" panose="020E0802020502020306" pitchFamily="34" charset="0"/>
            </a:endParaRPr>
          </a:p>
          <a:p>
            <a:r>
              <a:rPr lang="en-IN" sz="4000" b="1" dirty="0">
                <a:solidFill>
                  <a:schemeClr val="bg2"/>
                </a:solidFill>
                <a:latin typeface="Berlin Sans FB Demi" panose="020E0802020502020306" pitchFamily="34" charset="0"/>
              </a:rPr>
              <a:t> </a:t>
            </a:r>
            <a:r>
              <a:rPr lang="en-IN" sz="4000" b="1" dirty="0" err="1">
                <a:solidFill>
                  <a:schemeClr val="bg2"/>
                </a:solidFill>
                <a:latin typeface="Berlin Sans FB Demi" panose="020E0802020502020306" pitchFamily="34" charset="0"/>
              </a:rPr>
              <a:t>Enchaned</a:t>
            </a:r>
            <a:r>
              <a:rPr lang="en-IN" sz="4000" b="1" dirty="0">
                <a:solidFill>
                  <a:schemeClr val="bg2"/>
                </a:solidFill>
                <a:latin typeface="Berlin Sans FB Demi" panose="020E0802020502020306" pitchFamily="34" charset="0"/>
              </a:rPr>
              <a:t> Governance Mechanisms</a:t>
            </a:r>
          </a:p>
        </p:txBody>
      </p:sp>
    </p:spTree>
    <p:extLst>
      <p:ext uri="{BB962C8B-B14F-4D97-AF65-F5344CB8AC3E}">
        <p14:creationId xmlns:p14="http://schemas.microsoft.com/office/powerpoint/2010/main" val="508726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64D06-4CC0-DDE2-E358-2DAA6F54CC4C}"/>
              </a:ext>
            </a:extLst>
          </p:cNvPr>
          <p:cNvSpPr>
            <a:spLocks noGrp="1"/>
          </p:cNvSpPr>
          <p:nvPr>
            <p:ph type="title" idx="4294967295"/>
          </p:nvPr>
        </p:nvSpPr>
        <p:spPr>
          <a:xfrm>
            <a:off x="1651518" y="2085262"/>
            <a:ext cx="8364538" cy="2151063"/>
          </a:xfrm>
        </p:spPr>
        <p:txBody>
          <a:bodyPr vert="horz" lIns="91440" tIns="45720" rIns="91440" bIns="45720" rtlCol="0" anchor="ctr">
            <a:normAutofit/>
          </a:bodyPr>
          <a:lstStyle/>
          <a:p>
            <a:pPr algn="ctr"/>
            <a:r>
              <a:rPr lang="en-US" sz="8800" dirty="0">
                <a:solidFill>
                  <a:schemeClr val="bg1"/>
                </a:solidFill>
                <a:latin typeface="Arial Black" panose="020B0A04020102020204" pitchFamily="34" charset="0"/>
              </a:rPr>
              <a:t>Thank you</a:t>
            </a:r>
          </a:p>
        </p:txBody>
      </p:sp>
    </p:spTree>
    <p:extLst>
      <p:ext uri="{BB962C8B-B14F-4D97-AF65-F5344CB8AC3E}">
        <p14:creationId xmlns:p14="http://schemas.microsoft.com/office/powerpoint/2010/main" val="2142611501"/>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otalTime>188</TotalTime>
  <Words>497</Words>
  <Application>Microsoft Office PowerPoint</Application>
  <PresentationFormat>Widescreen</PresentationFormat>
  <Paragraphs>38</Paragraphs>
  <Slides>16</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16</vt:i4>
      </vt:variant>
    </vt:vector>
  </HeadingPairs>
  <TitlesOfParts>
    <vt:vector size="31" baseType="lpstr">
      <vt:lpstr>Algerian</vt:lpstr>
      <vt:lpstr>Arial</vt:lpstr>
      <vt:lpstr>Arial Black</vt:lpstr>
      <vt:lpstr>Arial Rounded MT Bold</vt:lpstr>
      <vt:lpstr>Avenir Next LT Pro</vt:lpstr>
      <vt:lpstr>Bahnschrift Condensed</vt:lpstr>
      <vt:lpstr>Bahnschrift SemiBold</vt:lpstr>
      <vt:lpstr>Bahnschrift SemiBold Condensed</vt:lpstr>
      <vt:lpstr>Bahnschrift SemiBold SemiConden</vt:lpstr>
      <vt:lpstr>Berlin Sans FB Demi</vt:lpstr>
      <vt:lpstr>Britannic Bold</vt:lpstr>
      <vt:lpstr>Calibri</vt:lpstr>
      <vt:lpstr>Copperplate Gothic Bold</vt:lpstr>
      <vt:lpstr>Elephant</vt:lpstr>
      <vt:lpstr>AccentBoxVTI</vt:lpstr>
      <vt:lpstr>Blockchain based crowdfunding application</vt:lpstr>
      <vt:lpstr>            Problem statement</vt:lpstr>
      <vt:lpstr>                            History </vt:lpstr>
      <vt:lpstr>PowerPoint Presentation</vt:lpstr>
      <vt:lpstr>                Motivation</vt:lpstr>
      <vt:lpstr>                  Ideal case</vt:lpstr>
      <vt:lpstr>                        Real Case</vt:lpstr>
      <vt:lpstr>             Contract design</vt:lpstr>
      <vt:lpstr>         How do we solve this problem ?</vt:lpstr>
      <vt:lpstr>Technology Involved</vt:lpstr>
      <vt:lpstr>    Variables in contract</vt:lpstr>
      <vt:lpstr>        Functions in contract design</vt:lpstr>
      <vt:lpstr>            UI design</vt:lpstr>
      <vt:lpstr>PowerPoint Presentation</vt:lpstr>
      <vt:lpstr>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based crowdfunding application</dc:title>
  <dc:creator>AKSHAT MANI</dc:creator>
  <cp:lastModifiedBy>Ajitesh Mishra</cp:lastModifiedBy>
  <cp:revision>14</cp:revision>
  <dcterms:created xsi:type="dcterms:W3CDTF">2022-09-20T02:47:47Z</dcterms:created>
  <dcterms:modified xsi:type="dcterms:W3CDTF">2024-06-13T17:17:35Z</dcterms:modified>
</cp:coreProperties>
</file>